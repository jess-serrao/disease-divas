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7560000" cx="10692000"/>
  <p:notesSz cx="7560000" cy="106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5BD7C4-7DB7-4BC6-8EB6-D74EDC14B3A8}">
  <a:tblStyle styleId="{F15BD7C4-7DB7-4BC6-8EB6-D74EDC14B3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faccc1893a_2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faccc1893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2015 paper was a  multi-</a:t>
            </a:r>
            <a:r>
              <a:rPr lang="en"/>
              <a:t>institutional</a:t>
            </a:r>
            <a:r>
              <a:rPr lang="en"/>
              <a:t> study that aimed to investigate a form of metastatic prostate cancer (MCRPC)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Resistance in males to androgen deprivation therapies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</a:t>
            </a:r>
            <a:r>
              <a:rPr lang="en"/>
              <a:t>urpose : facilitate precision medicine thru exome and transcriptome sequencing of tumor biopsies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FOUND INTERESTING: at </a:t>
            </a:r>
            <a:r>
              <a:rPr lang="en"/>
              <a:t>this</a:t>
            </a:r>
            <a:r>
              <a:rPr lang="en"/>
              <a:t> time prospective cohort tumor studies with </a:t>
            </a:r>
            <a:r>
              <a:rPr lang="en"/>
              <a:t>sufficient</a:t>
            </a:r>
            <a:r>
              <a:rPr lang="en"/>
              <a:t> tumor content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Genomic Data commons (GDC) aggregates data </a:t>
            </a:r>
            <a:r>
              <a:rPr lang="en"/>
              <a:t>from</a:t>
            </a:r>
            <a:r>
              <a:rPr lang="en"/>
              <a:t> several genome research programs like TCGA and OCG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Standardize data processing by using common bioinformatics </a:t>
            </a:r>
            <a:r>
              <a:rPr lang="en"/>
              <a:t>pipelines</a:t>
            </a:r>
            <a:r>
              <a:rPr lang="en"/>
              <a:t> to reduce batch effects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e5ceff6ea5_1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e5ceff6e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-extracted from the cBioportal a public cancer genomics site hosted by the Memorial Sloan Kettering Cancer Center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150 </a:t>
            </a:r>
            <a:r>
              <a:rPr lang="en"/>
              <a:t>individuals with 17 data points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10054d94c7a_0_20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10054d94c7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493 individuals with 24 data points where as uncleaned data had 960 individuals with 156 columns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downloaded two versions of the data from this site a cleaned data set that mirrored this data presented towards the bottom of this screenshot along with an uncleaned version that we cleaned to resemble the first extract.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fa50348663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fa503486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faccc1893a_2_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faccc1893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fa4ba2ca43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fa4ba2c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 -- ADD IN CBIO (confirm its CBIO lol)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fa4ba2ca43_0_12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fa4ba2ca4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sequencing centers grouped into 4 regions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if-else statement as we learned in class to create the variables for region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fa4ba2ca43_0_66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fa4ba2ca43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reading the paper attached to the dataset, we learned that tumor content is recorded as a percentage in the dataset, and only patients whose tumor content was &gt;20% were included in the study (and thus the dataset). Therefore, we </a:t>
            </a:r>
            <a:r>
              <a:rPr lang="en"/>
              <a:t>split</a:t>
            </a:r>
            <a:r>
              <a:rPr lang="en"/>
              <a:t> the range of 20-100 into three sections and classified these ranges as high, low, medium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faccc1893a_2_1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faccc1893a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1: Relatively even distribution of tumor content (raw %) across all geographic regions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2: Across sequencing sites, the distribution of tumor content LEVELS (based on classification system) is also even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3: Numeric summary of tumor content across geographic region (both based off classification systems I created). P-value shows that there is no significant association between geographic region and tumor content level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10096c02481_0_1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10096c0248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Visual representation of numeric summaries from last slide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Boxplot, Barplot, Grouped barplot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Overall, there seems to be an even distribution of tumor content whether its raw percentages or classification level across all the plot (when taking sample size into account for each site/region)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10127425bae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10127425b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</a:t>
            </a:r>
            <a:r>
              <a:rPr lang="en"/>
              <a:t>AFSHA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10127425bae_0_6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10127425ba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AYUSH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10127425bae_0_4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10127425b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AYUSH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faccc1893a_2_1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faccc1893a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AYUSH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10127425bae_0_3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10127425b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AYUSH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faccc1893a_2_2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faccc1893a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71" rtl="0" algn="l"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02124"/>
                </a:solidFill>
                <a:highlight>
                  <a:srgbClr val="FFFFFF"/>
                </a:highlight>
              </a:rPr>
              <a:t>Subjects were classified as high mutation count if the filtered somatic mutation count was above the bottom tertile of their cancer type.</a:t>
            </a:r>
            <a:endParaRPr sz="12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20-45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46-70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71-100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fa4ba2ca43_1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fa4ba2ca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24292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Initally we need to make a dataframe , in a order by nameing the organs exactly as built in the package "gganatogram"</a:t>
            </a:r>
            <a:r>
              <a:rPr lang="en" sz="1900">
                <a:solidFill>
                  <a:srgbClr val="05458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5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100b0509378_0_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100b05093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faccc1893a_2_2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7" name="Google Shape;1767;gfaccc1893a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ALISA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fa4ba2ca43_5_1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fa4ba2ca4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ALISA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fa4ba2ca43_5_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fa4ba2ca43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ALISA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gfaccc1893a_2_3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5" name="Google Shape;1795;gfaccc1893a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PARI/ALISA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1004af2c4f4_0_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1004af2c4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Stats range from 1 in 6 to 1 in 8 men will be diagnosed with prostate cancer in their lifetime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out of 10 cases according to the american cancer society are diagnosed in men aged 65 and older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age of </a:t>
            </a:r>
            <a:r>
              <a:rPr lang="en"/>
              <a:t>diagnosis</a:t>
            </a:r>
            <a:r>
              <a:rPr lang="en"/>
              <a:t> for our data was ~67 years old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men age they have an increased risk of developing prostate cancer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Bone most common site for metastatic disease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to determine if these two prior notions hold true with our data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faccc1893a_2_3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faccc1893a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did a </a:t>
            </a:r>
            <a:r>
              <a:rPr lang="en"/>
              <a:t>quick summary of the data and learned the minimum age was 40 at diagnosis while the maximum age at diagnosis was 85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needed a way to age-striatify the data to be able to compare these 20 tumor sites to the age at diagnosis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published in the British Journal of Cancer conducted population based study of prostate cancer with  an age-stratified analysis grouping the ages in this manner so i employed the same age stratification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age stratifiying the data we assessed the aggregate counts of tumor by site grouped by age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Several of the counts were 0 or 1 in most cases with the exception of the 5 sites highlighted here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performed a kruskal wallis rank sum test to assess whether the differences  among the age stratified ranks were significant by tumor site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P-value was 0.9 assuming 0.05 alpha </a:t>
            </a:r>
            <a:r>
              <a:rPr lang="en"/>
              <a:t>significance</a:t>
            </a:r>
            <a:r>
              <a:rPr lang="en"/>
              <a:t> -- demonstrates no significant difference among age ranks by tumor site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1004af2c4f4_0_1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1004af2c4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investigated the five tumor sites where quantity of aggregate counts was greater than 1 as we were interested in determining whether the prior notion that bone was the site of greatest metastatic disease held true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Bone not most common site of metastatic disease from this study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Lymph nodes had 61 total tumors bone had 43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“60-69” age group and “70-79” group experienced the most tumors proportionally  as would be expected given that as men age the likelihood of developing prostate </a:t>
            </a:r>
            <a:r>
              <a:rPr lang="en"/>
              <a:t>cancer</a:t>
            </a:r>
            <a:r>
              <a:rPr lang="en"/>
              <a:t> increases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 permitted we would have further calculated the incident rate ratios per age group for the five tumor sites where frequency was greater than 1 to understand the proportional burden of disease </a:t>
            </a:r>
            <a:r>
              <a:rPr lang="en"/>
              <a:t>experienced</a:t>
            </a:r>
            <a:r>
              <a:rPr lang="en"/>
              <a:t> by each age group.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Data limited given that the population was a bit skewed toward the older age groups (60-79) with very few cases representing those older than 80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 More information as to prognosis and vital status beyond age 80 would be beneficial in determining whether the assumption of age and incidence is valid.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10054d94c7a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10054d94c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10132228e2b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10132228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dataset2 (clean on from the gdc portal)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june 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its a on going repo , gets from multiple </a:t>
            </a:r>
            <a:r>
              <a:rPr lang="en"/>
              <a:t>research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fa4ba2ca43_2_1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fa4ba2ca43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-The raw data contained  960 rows and 156 columns.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Missing values were those marked as '-- in the cells.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-112 empty columns for which no data was available and 33 columns with missing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-several rows were shifted so we had to account for that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-towards the end of the data the values for treatment type were split into “Pharmecutical Therapy and Radiation Therapy” and NOS so we </a:t>
            </a:r>
            <a:r>
              <a:rPr lang="en"/>
              <a:t>concatenated </a:t>
            </a:r>
            <a:r>
              <a:rPr lang="en"/>
              <a:t> the </a:t>
            </a:r>
            <a:r>
              <a:rPr lang="en"/>
              <a:t>string</a:t>
            </a:r>
            <a:r>
              <a:rPr lang="en"/>
              <a:t>  into treatment_type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10054d94c7a_0_1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10054d94c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AYUSH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10054d94c7a_0_7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10054d94c7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Explored the relationship between the </a:t>
            </a:r>
            <a:r>
              <a:rPr lang="en"/>
              <a:t>missing</a:t>
            </a:r>
            <a:r>
              <a:rPr lang="en"/>
              <a:t> variables sorted by Case ID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Columns 6 , 12, and 37 which correspond to days_to_death, year of death and treatment type are all red as they were fully populated with NAs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However columns 14, 15, and 16 which describe the clinical stage of the tumor, regional node and </a:t>
            </a:r>
            <a:r>
              <a:rPr lang="en"/>
              <a:t>metastases</a:t>
            </a:r>
            <a:r>
              <a:rPr lang="en"/>
              <a:t> are clearly correlated </a:t>
            </a:r>
            <a:r>
              <a:rPr lang="en"/>
              <a:t>with</a:t>
            </a:r>
            <a:r>
              <a:rPr lang="en"/>
              <a:t> the case Id as distinguished by the red values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10054d94c7a_0_19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10054d94c7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Here we have a scatterplot in blue relating the observed values of days to last follow up by case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missing values are shown by the dots in red on the dot plot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boxplots here show the contrast in </a:t>
            </a:r>
            <a:r>
              <a:rPr lang="en"/>
              <a:t>distribution of the missing values to the observations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fa4ba2ca43_2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fa4ba2ca4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fa4ba2ca43_2_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fa4ba2ca4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10054d94c7a_0_28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10054d94c7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ALISA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fa4ba2ca43_5_2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fa4ba2ca43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ALISA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fa50348663_3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fa5034866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ALISA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10132228e2b_3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10132228e2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AYUSH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fa4ba2ca43_0_786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fa4ba2ca43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Afsha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10054d94c7a_0_2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10054d94c7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AFSHA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 CHANGE FREQUENCIES TO PROPORTIONS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Taxane ttreatment/no treatment group → has higher mean/median age at diagnosis? If so, taxane treatment may be helpful in delaying cancer?? Dataset 1 → no vital stats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faccc1893a_2_4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faccc1893a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e339a6df78_0_4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e339a6df7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2" y="3804200"/>
            <a:ext cx="10691977" cy="3755811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-9733466">
            <a:off x="-530512" y="-1230128"/>
            <a:ext cx="15045066" cy="5284855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963501" y="1978944"/>
            <a:ext cx="7571700" cy="360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63501" y="5780069"/>
            <a:ext cx="75717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963501" y="1234231"/>
            <a:ext cx="2899500" cy="5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6" name="Google Shape;16;p2"/>
          <p:cNvGrpSpPr/>
          <p:nvPr/>
        </p:nvGrpSpPr>
        <p:grpSpPr>
          <a:xfrm>
            <a:off x="7807960" y="-810721"/>
            <a:ext cx="3476329" cy="3755786"/>
            <a:chOff x="3179709" y="5000350"/>
            <a:chExt cx="526733" cy="569110"/>
          </a:xfrm>
        </p:grpSpPr>
        <p:sp>
          <p:nvSpPr>
            <p:cNvPr id="17" name="Google Shape;17;p2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364468" y="3504079"/>
            <a:ext cx="9963000" cy="12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3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3"/>
          <p:cNvSpPr txBox="1"/>
          <p:nvPr>
            <p:ph hasCustomPrompt="1" idx="2" type="title"/>
          </p:nvPr>
        </p:nvSpPr>
        <p:spPr>
          <a:xfrm>
            <a:off x="3383950" y="1968525"/>
            <a:ext cx="3924000" cy="13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3"/>
          <p:cNvSpPr txBox="1"/>
          <p:nvPr>
            <p:ph idx="1" type="subTitle"/>
          </p:nvPr>
        </p:nvSpPr>
        <p:spPr>
          <a:xfrm>
            <a:off x="1353600" y="4718491"/>
            <a:ext cx="7984800" cy="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3"/>
          <p:cNvSpPr/>
          <p:nvPr/>
        </p:nvSpPr>
        <p:spPr>
          <a:xfrm rot="-8329196">
            <a:off x="2807319" y="-134194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 flipH="1" rot="339811">
            <a:off x="-258189" y="497039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 flipH="1">
            <a:off x="9520635" y="4302404"/>
            <a:ext cx="3476329" cy="3755786"/>
            <a:chOff x="3179709" y="5000350"/>
            <a:chExt cx="526733" cy="569110"/>
          </a:xfrm>
        </p:grpSpPr>
        <p:sp>
          <p:nvSpPr>
            <p:cNvPr id="83" name="Google Shape;83;p3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 rot="-8329196">
            <a:off x="2807319" y="-134194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362100" y="1392925"/>
            <a:ext cx="9241200" cy="52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4320" lvl="0" marL="457200" rtl="0">
              <a:spcBef>
                <a:spcPts val="0"/>
              </a:spcBef>
              <a:spcAft>
                <a:spcPts val="0"/>
              </a:spcAft>
              <a:buSzPts val="720"/>
              <a:buAutoNum type="arabicPeriod"/>
              <a:defRPr sz="1620"/>
            </a:lvl1pPr>
            <a:lvl2pPr indent="-264160" lvl="1" marL="9144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 sz="1620"/>
            </a:lvl2pPr>
            <a:lvl3pPr indent="-264160" lvl="2" marL="13716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3pPr>
            <a:lvl4pPr indent="-264160" lvl="3" marL="1828800" rtl="0">
              <a:spcBef>
                <a:spcPts val="0"/>
              </a:spcBef>
              <a:spcAft>
                <a:spcPts val="0"/>
              </a:spcAft>
              <a:buSzPts val="560"/>
              <a:buChar char="●"/>
              <a:defRPr/>
            </a:lvl4pPr>
            <a:lvl5pPr indent="-264160" lvl="4" marL="22860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/>
            </a:lvl5pPr>
            <a:lvl6pPr indent="-264160" lvl="5" marL="27432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6pPr>
            <a:lvl7pPr indent="-264160" lvl="6" marL="3200400" rtl="0">
              <a:spcBef>
                <a:spcPts val="0"/>
              </a:spcBef>
              <a:spcAft>
                <a:spcPts val="0"/>
              </a:spcAft>
              <a:buSzPts val="560"/>
              <a:buChar char="●"/>
              <a:defRPr/>
            </a:lvl7pPr>
            <a:lvl8pPr indent="-264159" lvl="7" marL="36576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/>
            </a:lvl8pPr>
            <a:lvl9pPr indent="-264159" lvl="8" marL="41148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9pPr>
          </a:lstStyle>
          <a:p/>
        </p:txBody>
      </p:sp>
      <p:sp>
        <p:nvSpPr>
          <p:cNvPr id="145" name="Google Shape;145;p4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6" name="Google Shape;146;p4"/>
          <p:cNvSpPr/>
          <p:nvPr/>
        </p:nvSpPr>
        <p:spPr>
          <a:xfrm flipH="1" rot="339811">
            <a:off x="-258189" y="497039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4"/>
          <p:cNvGrpSpPr/>
          <p:nvPr/>
        </p:nvGrpSpPr>
        <p:grpSpPr>
          <a:xfrm flipH="1">
            <a:off x="9520635" y="4302404"/>
            <a:ext cx="3476329" cy="3755786"/>
            <a:chOff x="3179709" y="5000350"/>
            <a:chExt cx="526733" cy="569110"/>
          </a:xfrm>
        </p:grpSpPr>
        <p:sp>
          <p:nvSpPr>
            <p:cNvPr id="148" name="Google Shape;148;p4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5"/>
          <p:cNvSpPr txBox="1"/>
          <p:nvPr>
            <p:ph type="title"/>
          </p:nvPr>
        </p:nvSpPr>
        <p:spPr>
          <a:xfrm>
            <a:off x="502275" y="492175"/>
            <a:ext cx="4843800" cy="4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9" name="Google Shape;209;p5"/>
          <p:cNvSpPr txBox="1"/>
          <p:nvPr>
            <p:ph idx="2" type="title"/>
          </p:nvPr>
        </p:nvSpPr>
        <p:spPr>
          <a:xfrm>
            <a:off x="502275" y="3425875"/>
            <a:ext cx="4843800" cy="4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0" name="Google Shape;210;p5"/>
          <p:cNvSpPr txBox="1"/>
          <p:nvPr>
            <p:ph idx="1" type="body"/>
          </p:nvPr>
        </p:nvSpPr>
        <p:spPr>
          <a:xfrm>
            <a:off x="502275" y="1183375"/>
            <a:ext cx="9518100" cy="43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4320" lvl="0" marL="4572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"/>
              <a:buChar char="●"/>
              <a:defRPr sz="1420"/>
            </a:lvl1pPr>
            <a:lvl2pPr indent="-264160" lvl="1" marL="9144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/>
            </a:lvl2pPr>
            <a:lvl3pPr indent="-264160" lvl="2" marL="13716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3pPr>
            <a:lvl4pPr indent="-264160" lvl="3" marL="1828800" rtl="0">
              <a:spcBef>
                <a:spcPts val="0"/>
              </a:spcBef>
              <a:spcAft>
                <a:spcPts val="0"/>
              </a:spcAft>
              <a:buSzPts val="560"/>
              <a:buChar char="●"/>
              <a:defRPr/>
            </a:lvl4pPr>
            <a:lvl5pPr indent="-264160" lvl="4" marL="22860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/>
            </a:lvl5pPr>
            <a:lvl6pPr indent="-264160" lvl="5" marL="27432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6pPr>
            <a:lvl7pPr indent="-264160" lvl="6" marL="3200400" rtl="0">
              <a:spcBef>
                <a:spcPts val="0"/>
              </a:spcBef>
              <a:spcAft>
                <a:spcPts val="0"/>
              </a:spcAft>
              <a:buSzPts val="560"/>
              <a:buChar char="●"/>
              <a:defRPr/>
            </a:lvl7pPr>
            <a:lvl8pPr indent="-264159" lvl="7" marL="36576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/>
            </a:lvl8pPr>
            <a:lvl9pPr indent="-264159" lvl="8" marL="41148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9pPr>
          </a:lstStyle>
          <a:p/>
        </p:txBody>
      </p:sp>
      <p:sp>
        <p:nvSpPr>
          <p:cNvPr id="211" name="Google Shape;211;p5"/>
          <p:cNvSpPr txBox="1"/>
          <p:nvPr>
            <p:ph idx="3" type="body"/>
          </p:nvPr>
        </p:nvSpPr>
        <p:spPr>
          <a:xfrm>
            <a:off x="502275" y="4865751"/>
            <a:ext cx="9963000" cy="15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5"/>
          <p:cNvSpPr/>
          <p:nvPr/>
        </p:nvSpPr>
        <p:spPr>
          <a:xfrm rot="-8329196">
            <a:off x="2807319" y="-134194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 flipH="1" rot="339811">
            <a:off x="-258189" y="497039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5"/>
          <p:cNvGrpSpPr/>
          <p:nvPr/>
        </p:nvGrpSpPr>
        <p:grpSpPr>
          <a:xfrm flipH="1">
            <a:off x="9520635" y="4302404"/>
            <a:ext cx="3476329" cy="3755786"/>
            <a:chOff x="3179709" y="5000350"/>
            <a:chExt cx="526733" cy="569110"/>
          </a:xfrm>
        </p:grpSpPr>
        <p:sp>
          <p:nvSpPr>
            <p:cNvPr id="215" name="Google Shape;215;p5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/>
          <p:nvPr/>
        </p:nvSpPr>
        <p:spPr>
          <a:xfrm flipH="1">
            <a:off x="3564441" y="-618125"/>
            <a:ext cx="10910984" cy="4828247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 txBox="1"/>
          <p:nvPr>
            <p:ph type="title"/>
          </p:nvPr>
        </p:nvSpPr>
        <p:spPr>
          <a:xfrm>
            <a:off x="361950" y="753775"/>
            <a:ext cx="2841900" cy="10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6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6"/>
          <p:cNvSpPr txBox="1"/>
          <p:nvPr>
            <p:ph idx="2" type="title"/>
          </p:nvPr>
        </p:nvSpPr>
        <p:spPr>
          <a:xfrm>
            <a:off x="3924988" y="753775"/>
            <a:ext cx="2841900" cy="10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8" name="Google Shape;278;p6"/>
          <p:cNvSpPr txBox="1"/>
          <p:nvPr>
            <p:ph idx="3" type="title"/>
          </p:nvPr>
        </p:nvSpPr>
        <p:spPr>
          <a:xfrm>
            <a:off x="7488025" y="753775"/>
            <a:ext cx="2841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9" name="Google Shape;279;p6"/>
          <p:cNvSpPr txBox="1"/>
          <p:nvPr/>
        </p:nvSpPr>
        <p:spPr>
          <a:xfrm>
            <a:off x="3557700" y="6589800"/>
            <a:ext cx="35916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was created by </a:t>
            </a:r>
            <a:r>
              <a:rPr lang="en" sz="10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6"/>
          <p:cNvSpPr/>
          <p:nvPr/>
        </p:nvSpPr>
        <p:spPr>
          <a:xfrm rot="10799930">
            <a:off x="3552682" y="4684221"/>
            <a:ext cx="14466084" cy="199911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 rot="-10285708">
            <a:off x="-653518" y="3559107"/>
            <a:ext cx="3895390" cy="4620383"/>
          </a:xfrm>
          <a:custGeom>
            <a:rect b="b" l="l" r="r" t="t"/>
            <a:pathLst>
              <a:path extrusionOk="0" h="113637" w="95806">
                <a:moveTo>
                  <a:pt x="77054" y="0"/>
                </a:moveTo>
                <a:cubicBezTo>
                  <a:pt x="74424" y="2853"/>
                  <a:pt x="72430" y="6393"/>
                  <a:pt x="71206" y="10072"/>
                </a:cubicBezTo>
                <a:cubicBezTo>
                  <a:pt x="68724" y="17547"/>
                  <a:pt x="68877" y="25606"/>
                  <a:pt x="69085" y="33474"/>
                </a:cubicBezTo>
                <a:cubicBezTo>
                  <a:pt x="69289" y="41349"/>
                  <a:pt x="69497" y="49398"/>
                  <a:pt x="67120" y="56906"/>
                </a:cubicBezTo>
                <a:cubicBezTo>
                  <a:pt x="64676" y="64634"/>
                  <a:pt x="59455" y="71458"/>
                  <a:pt x="52635" y="75839"/>
                </a:cubicBezTo>
                <a:cubicBezTo>
                  <a:pt x="40760" y="83479"/>
                  <a:pt x="24908" y="83622"/>
                  <a:pt x="13930" y="92502"/>
                </a:cubicBezTo>
                <a:cubicBezTo>
                  <a:pt x="7295" y="97870"/>
                  <a:pt x="3361" y="105702"/>
                  <a:pt x="0" y="113636"/>
                </a:cubicBezTo>
                <a:lnTo>
                  <a:pt x="3517" y="112308"/>
                </a:lnTo>
                <a:cubicBezTo>
                  <a:pt x="6749" y="106727"/>
                  <a:pt x="11985" y="102223"/>
                  <a:pt x="17708" y="99071"/>
                </a:cubicBezTo>
                <a:cubicBezTo>
                  <a:pt x="25544" y="94752"/>
                  <a:pt x="34334" y="92563"/>
                  <a:pt x="42910" y="90001"/>
                </a:cubicBezTo>
                <a:cubicBezTo>
                  <a:pt x="51482" y="87438"/>
                  <a:pt x="60139" y="84353"/>
                  <a:pt x="67015" y="78629"/>
                </a:cubicBezTo>
                <a:cubicBezTo>
                  <a:pt x="73893" y="72901"/>
                  <a:pt x="78496" y="64941"/>
                  <a:pt x="84519" y="58321"/>
                </a:cubicBezTo>
                <a:cubicBezTo>
                  <a:pt x="87689" y="54838"/>
                  <a:pt x="91562" y="51657"/>
                  <a:pt x="95805" y="49649"/>
                </a:cubicBezTo>
                <a:lnTo>
                  <a:pt x="770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6"/>
          <p:cNvGrpSpPr/>
          <p:nvPr/>
        </p:nvGrpSpPr>
        <p:grpSpPr>
          <a:xfrm>
            <a:off x="9396627" y="-891340"/>
            <a:ext cx="2730792" cy="2950324"/>
            <a:chOff x="3179709" y="5000350"/>
            <a:chExt cx="526733" cy="569110"/>
          </a:xfrm>
        </p:grpSpPr>
        <p:sp>
          <p:nvSpPr>
            <p:cNvPr id="283" name="Google Shape;283;p6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" name="Google Shape;341;p6"/>
          <p:cNvGrpSpPr/>
          <p:nvPr/>
        </p:nvGrpSpPr>
        <p:grpSpPr>
          <a:xfrm flipH="1" rot="-2700063">
            <a:off x="6118478" y="6627520"/>
            <a:ext cx="2017930" cy="2180160"/>
            <a:chOff x="3179709" y="5000350"/>
            <a:chExt cx="526733" cy="569110"/>
          </a:xfrm>
        </p:grpSpPr>
        <p:sp>
          <p:nvSpPr>
            <p:cNvPr id="342" name="Google Shape;342;p6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6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6"/>
          <p:cNvGrpSpPr/>
          <p:nvPr/>
        </p:nvGrpSpPr>
        <p:grpSpPr>
          <a:xfrm flipH="1" rot="-2700059">
            <a:off x="2472629" y="4504192"/>
            <a:ext cx="2183599" cy="2359157"/>
            <a:chOff x="3179709" y="5000350"/>
            <a:chExt cx="526733" cy="569110"/>
          </a:xfrm>
        </p:grpSpPr>
        <p:sp>
          <p:nvSpPr>
            <p:cNvPr id="401" name="Google Shape;401;p6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" name="Google Shape;459;p6"/>
          <p:cNvGrpSpPr/>
          <p:nvPr/>
        </p:nvGrpSpPr>
        <p:grpSpPr>
          <a:xfrm flipH="1" rot="-7777377">
            <a:off x="-35522" y="-1368995"/>
            <a:ext cx="2183635" cy="2359157"/>
            <a:chOff x="3179709" y="5000350"/>
            <a:chExt cx="526733" cy="569110"/>
          </a:xfrm>
        </p:grpSpPr>
        <p:sp>
          <p:nvSpPr>
            <p:cNvPr id="460" name="Google Shape;460;p6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7"/>
          <p:cNvSpPr txBox="1"/>
          <p:nvPr>
            <p:ph idx="1" type="body"/>
          </p:nvPr>
        </p:nvSpPr>
        <p:spPr>
          <a:xfrm>
            <a:off x="362100" y="2012250"/>
            <a:ext cx="5632500" cy="412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620"/>
            </a:lvl1pPr>
            <a:lvl2pPr indent="-264160" lvl="1" marL="9144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 sz="1620"/>
            </a:lvl2pPr>
            <a:lvl3pPr indent="-264160" lvl="2" marL="13716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3pPr>
            <a:lvl4pPr indent="-264160" lvl="3" marL="1828800" rtl="0">
              <a:spcBef>
                <a:spcPts val="0"/>
              </a:spcBef>
              <a:spcAft>
                <a:spcPts val="0"/>
              </a:spcAft>
              <a:buSzPts val="560"/>
              <a:buChar char="●"/>
              <a:defRPr/>
            </a:lvl4pPr>
            <a:lvl5pPr indent="-264160" lvl="4" marL="22860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/>
            </a:lvl5pPr>
            <a:lvl6pPr indent="-264160" lvl="5" marL="27432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6pPr>
            <a:lvl7pPr indent="-264160" lvl="6" marL="3200400" rtl="0">
              <a:spcBef>
                <a:spcPts val="0"/>
              </a:spcBef>
              <a:spcAft>
                <a:spcPts val="0"/>
              </a:spcAft>
              <a:buSzPts val="560"/>
              <a:buChar char="●"/>
              <a:defRPr/>
            </a:lvl7pPr>
            <a:lvl8pPr indent="-264159" lvl="7" marL="3657600" rtl="0">
              <a:spcBef>
                <a:spcPts val="0"/>
              </a:spcBef>
              <a:spcAft>
                <a:spcPts val="0"/>
              </a:spcAft>
              <a:buSzPts val="560"/>
              <a:buChar char="○"/>
              <a:defRPr/>
            </a:lvl8pPr>
            <a:lvl9pPr indent="-264159" lvl="8" marL="4114800" rtl="0">
              <a:spcBef>
                <a:spcPts val="0"/>
              </a:spcBef>
              <a:spcAft>
                <a:spcPts val="0"/>
              </a:spcAft>
              <a:buSzPts val="560"/>
              <a:buChar char="■"/>
              <a:defRPr/>
            </a:lvl9pPr>
          </a:lstStyle>
          <a:p/>
        </p:txBody>
      </p:sp>
      <p:sp>
        <p:nvSpPr>
          <p:cNvPr id="521" name="Google Shape;521;p7"/>
          <p:cNvSpPr txBox="1"/>
          <p:nvPr>
            <p:ph type="title"/>
          </p:nvPr>
        </p:nvSpPr>
        <p:spPr>
          <a:xfrm>
            <a:off x="362100" y="1418850"/>
            <a:ext cx="56325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2" name="Google Shape;522;p7"/>
          <p:cNvSpPr/>
          <p:nvPr/>
        </p:nvSpPr>
        <p:spPr>
          <a:xfrm rot="-8329196">
            <a:off x="2807319" y="-134194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"/>
          <p:cNvSpPr/>
          <p:nvPr/>
        </p:nvSpPr>
        <p:spPr>
          <a:xfrm flipH="1" rot="339811">
            <a:off x="-258189" y="497039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4" name="Google Shape;524;p7"/>
          <p:cNvGrpSpPr/>
          <p:nvPr/>
        </p:nvGrpSpPr>
        <p:grpSpPr>
          <a:xfrm flipH="1">
            <a:off x="9520635" y="4302404"/>
            <a:ext cx="3476329" cy="3755786"/>
            <a:chOff x="3179709" y="5000350"/>
            <a:chExt cx="526733" cy="569110"/>
          </a:xfrm>
        </p:grpSpPr>
        <p:sp>
          <p:nvSpPr>
            <p:cNvPr id="525" name="Google Shape;525;p7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"/>
          <p:cNvSpPr txBox="1"/>
          <p:nvPr>
            <p:ph type="title"/>
          </p:nvPr>
        </p:nvSpPr>
        <p:spPr>
          <a:xfrm>
            <a:off x="573245" y="661638"/>
            <a:ext cx="7445700" cy="601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5" name="Google Shape;585;p8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8"/>
          <p:cNvSpPr/>
          <p:nvPr/>
        </p:nvSpPr>
        <p:spPr>
          <a:xfrm rot="-8329196">
            <a:off x="2807319" y="-134194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"/>
          <p:cNvSpPr/>
          <p:nvPr/>
        </p:nvSpPr>
        <p:spPr>
          <a:xfrm flipH="1" rot="339811">
            <a:off x="-258189" y="497039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8"/>
          <p:cNvGrpSpPr/>
          <p:nvPr/>
        </p:nvGrpSpPr>
        <p:grpSpPr>
          <a:xfrm flipH="1">
            <a:off x="9520635" y="4302404"/>
            <a:ext cx="3476329" cy="3755786"/>
            <a:chOff x="3179709" y="5000350"/>
            <a:chExt cx="526733" cy="569110"/>
          </a:xfrm>
        </p:grpSpPr>
        <p:sp>
          <p:nvSpPr>
            <p:cNvPr id="589" name="Google Shape;589;p8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8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8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8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"/>
          <p:cNvSpPr/>
          <p:nvPr/>
        </p:nvSpPr>
        <p:spPr>
          <a:xfrm flipH="1" rot="8329196">
            <a:off x="-6591272" y="-130529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9"/>
          <p:cNvSpPr/>
          <p:nvPr/>
        </p:nvSpPr>
        <p:spPr>
          <a:xfrm rot="-339811">
            <a:off x="-920810" y="500704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9"/>
          <p:cNvGrpSpPr/>
          <p:nvPr/>
        </p:nvGrpSpPr>
        <p:grpSpPr>
          <a:xfrm>
            <a:off x="-1735761" y="4339054"/>
            <a:ext cx="3476329" cy="3755786"/>
            <a:chOff x="3179709" y="5000350"/>
            <a:chExt cx="526733" cy="569110"/>
          </a:xfrm>
        </p:grpSpPr>
        <p:sp>
          <p:nvSpPr>
            <p:cNvPr id="651" name="Google Shape;651;p9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9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9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9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9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9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9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9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9"/>
          <p:cNvSpPr txBox="1"/>
          <p:nvPr>
            <p:ph type="title"/>
          </p:nvPr>
        </p:nvSpPr>
        <p:spPr>
          <a:xfrm>
            <a:off x="310447" y="1812541"/>
            <a:ext cx="4729800" cy="21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10" name="Google Shape;710;p9"/>
          <p:cNvSpPr txBox="1"/>
          <p:nvPr>
            <p:ph idx="1" type="subTitle"/>
          </p:nvPr>
        </p:nvSpPr>
        <p:spPr>
          <a:xfrm>
            <a:off x="310447" y="4120005"/>
            <a:ext cx="4729800" cy="18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1" name="Google Shape;711;p9"/>
          <p:cNvSpPr txBox="1"/>
          <p:nvPr>
            <p:ph idx="2" type="body"/>
          </p:nvPr>
        </p:nvSpPr>
        <p:spPr>
          <a:xfrm>
            <a:off x="5775715" y="1064257"/>
            <a:ext cx="4486500" cy="54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2" name="Google Shape;712;p9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15" name="Google Shape;715;p10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p10"/>
          <p:cNvSpPr/>
          <p:nvPr/>
        </p:nvSpPr>
        <p:spPr>
          <a:xfrm rot="-8329196">
            <a:off x="2807319" y="-134194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0"/>
          <p:cNvSpPr/>
          <p:nvPr/>
        </p:nvSpPr>
        <p:spPr>
          <a:xfrm flipH="1" rot="339811">
            <a:off x="-258189" y="497039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10"/>
          <p:cNvGrpSpPr/>
          <p:nvPr/>
        </p:nvGrpSpPr>
        <p:grpSpPr>
          <a:xfrm flipH="1">
            <a:off x="9520635" y="4302404"/>
            <a:ext cx="3476329" cy="3755786"/>
            <a:chOff x="3179709" y="5000350"/>
            <a:chExt cx="526733" cy="569110"/>
          </a:xfrm>
        </p:grpSpPr>
        <p:sp>
          <p:nvSpPr>
            <p:cNvPr id="719" name="Google Shape;719;p10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0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0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0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0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0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0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0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0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0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0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0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0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0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0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0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0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0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0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0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0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0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0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0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0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0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0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0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0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0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0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0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0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0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0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0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0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0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0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0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0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0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0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0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0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0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0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0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0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0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0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0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0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0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0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0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0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0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79" name="Google Shape;779;p11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0" name="Google Shape;780;p11"/>
          <p:cNvSpPr txBox="1"/>
          <p:nvPr>
            <p:ph idx="1" type="subTitle"/>
          </p:nvPr>
        </p:nvSpPr>
        <p:spPr>
          <a:xfrm>
            <a:off x="1353600" y="4375766"/>
            <a:ext cx="7984800" cy="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81" name="Google Shape;781;p11"/>
          <p:cNvSpPr/>
          <p:nvPr/>
        </p:nvSpPr>
        <p:spPr>
          <a:xfrm rot="-8329196">
            <a:off x="2807319" y="-1341944"/>
            <a:ext cx="15045157" cy="528485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1"/>
          <p:cNvSpPr/>
          <p:nvPr/>
        </p:nvSpPr>
        <p:spPr>
          <a:xfrm flipH="1" rot="339811">
            <a:off x="-258189" y="4970399"/>
            <a:ext cx="12440203" cy="3755823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3" name="Google Shape;783;p11"/>
          <p:cNvGrpSpPr/>
          <p:nvPr/>
        </p:nvGrpSpPr>
        <p:grpSpPr>
          <a:xfrm flipH="1">
            <a:off x="9520635" y="4302404"/>
            <a:ext cx="3476329" cy="3755786"/>
            <a:chOff x="3179709" y="5000350"/>
            <a:chExt cx="526733" cy="569110"/>
          </a:xfrm>
        </p:grpSpPr>
        <p:sp>
          <p:nvSpPr>
            <p:cNvPr id="784" name="Google Shape;784;p11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1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1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1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1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1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1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1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1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1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1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2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3"/>
          <p:cNvSpPr/>
          <p:nvPr/>
        </p:nvSpPr>
        <p:spPr>
          <a:xfrm>
            <a:off x="-3227000" y="-496300"/>
            <a:ext cx="13919009" cy="4828247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3"/>
          <p:cNvSpPr txBox="1"/>
          <p:nvPr>
            <p:ph type="title"/>
          </p:nvPr>
        </p:nvSpPr>
        <p:spPr>
          <a:xfrm>
            <a:off x="361950" y="753775"/>
            <a:ext cx="2841900" cy="10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7" name="Google Shape;847;p13"/>
          <p:cNvSpPr txBox="1"/>
          <p:nvPr>
            <p:ph idx="2" type="title"/>
          </p:nvPr>
        </p:nvSpPr>
        <p:spPr>
          <a:xfrm>
            <a:off x="3924988" y="753775"/>
            <a:ext cx="2841900" cy="10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8" name="Google Shape;848;p13"/>
          <p:cNvSpPr txBox="1"/>
          <p:nvPr>
            <p:ph idx="3" type="title"/>
          </p:nvPr>
        </p:nvSpPr>
        <p:spPr>
          <a:xfrm>
            <a:off x="7488025" y="753775"/>
            <a:ext cx="2841900" cy="10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9" name="Google Shape;849;p13"/>
          <p:cNvSpPr/>
          <p:nvPr/>
        </p:nvSpPr>
        <p:spPr>
          <a:xfrm flipH="1" rot="10285708">
            <a:off x="7450007" y="4100705"/>
            <a:ext cx="3895390" cy="4620383"/>
          </a:xfrm>
          <a:custGeom>
            <a:rect b="b" l="l" r="r" t="t"/>
            <a:pathLst>
              <a:path extrusionOk="0" h="113637" w="95806">
                <a:moveTo>
                  <a:pt x="77054" y="0"/>
                </a:moveTo>
                <a:cubicBezTo>
                  <a:pt x="74424" y="2853"/>
                  <a:pt x="72430" y="6393"/>
                  <a:pt x="71206" y="10072"/>
                </a:cubicBezTo>
                <a:cubicBezTo>
                  <a:pt x="68724" y="17547"/>
                  <a:pt x="68877" y="25606"/>
                  <a:pt x="69085" y="33474"/>
                </a:cubicBezTo>
                <a:cubicBezTo>
                  <a:pt x="69289" y="41349"/>
                  <a:pt x="69497" y="49398"/>
                  <a:pt x="67120" y="56906"/>
                </a:cubicBezTo>
                <a:cubicBezTo>
                  <a:pt x="64676" y="64634"/>
                  <a:pt x="59455" y="71458"/>
                  <a:pt x="52635" y="75839"/>
                </a:cubicBezTo>
                <a:cubicBezTo>
                  <a:pt x="40760" y="83479"/>
                  <a:pt x="24908" y="83622"/>
                  <a:pt x="13930" y="92502"/>
                </a:cubicBezTo>
                <a:cubicBezTo>
                  <a:pt x="7295" y="97870"/>
                  <a:pt x="3361" y="105702"/>
                  <a:pt x="0" y="113636"/>
                </a:cubicBezTo>
                <a:lnTo>
                  <a:pt x="3517" y="112308"/>
                </a:lnTo>
                <a:cubicBezTo>
                  <a:pt x="6749" y="106727"/>
                  <a:pt x="11985" y="102223"/>
                  <a:pt x="17708" y="99071"/>
                </a:cubicBezTo>
                <a:cubicBezTo>
                  <a:pt x="25544" y="94752"/>
                  <a:pt x="34334" y="92563"/>
                  <a:pt x="42910" y="90001"/>
                </a:cubicBezTo>
                <a:cubicBezTo>
                  <a:pt x="51482" y="87438"/>
                  <a:pt x="60139" y="84353"/>
                  <a:pt x="67015" y="78629"/>
                </a:cubicBezTo>
                <a:cubicBezTo>
                  <a:pt x="73893" y="72901"/>
                  <a:pt x="78496" y="64941"/>
                  <a:pt x="84519" y="58321"/>
                </a:cubicBezTo>
                <a:cubicBezTo>
                  <a:pt x="87689" y="54838"/>
                  <a:pt x="91562" y="51657"/>
                  <a:pt x="95805" y="49649"/>
                </a:cubicBezTo>
                <a:lnTo>
                  <a:pt x="770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3"/>
          <p:cNvSpPr/>
          <p:nvPr/>
        </p:nvSpPr>
        <p:spPr>
          <a:xfrm flipH="1" rot="10800000">
            <a:off x="-3672402" y="5782538"/>
            <a:ext cx="10799859" cy="199911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1" name="Google Shape;851;p13"/>
          <p:cNvGrpSpPr/>
          <p:nvPr/>
        </p:nvGrpSpPr>
        <p:grpSpPr>
          <a:xfrm flipH="1">
            <a:off x="9765527" y="-1408428"/>
            <a:ext cx="2730792" cy="2950324"/>
            <a:chOff x="3179709" y="5000350"/>
            <a:chExt cx="526733" cy="569110"/>
          </a:xfrm>
        </p:grpSpPr>
        <p:sp>
          <p:nvSpPr>
            <p:cNvPr id="852" name="Google Shape;852;p13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3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3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3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3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3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3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3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3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3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3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3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3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3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3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3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3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3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3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3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3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3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3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3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3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3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3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3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3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3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3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3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3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3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3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3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3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3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3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3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3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3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3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3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3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3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3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3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3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3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3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3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3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3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3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3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Google Shape;910;p13"/>
          <p:cNvGrpSpPr/>
          <p:nvPr/>
        </p:nvGrpSpPr>
        <p:grpSpPr>
          <a:xfrm flipH="1">
            <a:off x="9396627" y="5976272"/>
            <a:ext cx="2730792" cy="2950324"/>
            <a:chOff x="3179709" y="5000350"/>
            <a:chExt cx="526733" cy="569110"/>
          </a:xfrm>
        </p:grpSpPr>
        <p:sp>
          <p:nvSpPr>
            <p:cNvPr id="911" name="Google Shape;911;p13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3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3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3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3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3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3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3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9" name="Google Shape;969;p13"/>
          <p:cNvGrpSpPr/>
          <p:nvPr/>
        </p:nvGrpSpPr>
        <p:grpSpPr>
          <a:xfrm flipH="1">
            <a:off x="-1556173" y="-891340"/>
            <a:ext cx="2730792" cy="2950324"/>
            <a:chOff x="3179709" y="5000350"/>
            <a:chExt cx="526733" cy="569110"/>
          </a:xfrm>
        </p:grpSpPr>
        <p:sp>
          <p:nvSpPr>
            <p:cNvPr id="970" name="Google Shape;970;p13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4"/>
          <p:cNvSpPr/>
          <p:nvPr/>
        </p:nvSpPr>
        <p:spPr>
          <a:xfrm flipH="1" rot="10800000">
            <a:off x="-264413" y="-1038011"/>
            <a:ext cx="10691977" cy="3755811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4"/>
          <p:cNvSpPr/>
          <p:nvPr/>
        </p:nvSpPr>
        <p:spPr>
          <a:xfrm rot="3466623">
            <a:off x="6999262" y="-2202980"/>
            <a:ext cx="4519751" cy="5300418"/>
          </a:xfrm>
          <a:custGeom>
            <a:rect b="b" l="l" r="r" t="t"/>
            <a:pathLst>
              <a:path extrusionOk="0" h="113637" w="95806">
                <a:moveTo>
                  <a:pt x="77054" y="0"/>
                </a:moveTo>
                <a:cubicBezTo>
                  <a:pt x="74424" y="2853"/>
                  <a:pt x="72430" y="6393"/>
                  <a:pt x="71206" y="10072"/>
                </a:cubicBezTo>
                <a:cubicBezTo>
                  <a:pt x="68724" y="17547"/>
                  <a:pt x="68877" y="25606"/>
                  <a:pt x="69085" y="33474"/>
                </a:cubicBezTo>
                <a:cubicBezTo>
                  <a:pt x="69289" y="41349"/>
                  <a:pt x="69497" y="49398"/>
                  <a:pt x="67120" y="56906"/>
                </a:cubicBezTo>
                <a:cubicBezTo>
                  <a:pt x="64676" y="64634"/>
                  <a:pt x="59455" y="71458"/>
                  <a:pt x="52635" y="75839"/>
                </a:cubicBezTo>
                <a:cubicBezTo>
                  <a:pt x="40760" y="83479"/>
                  <a:pt x="24908" y="83622"/>
                  <a:pt x="13930" y="92502"/>
                </a:cubicBezTo>
                <a:cubicBezTo>
                  <a:pt x="7295" y="97870"/>
                  <a:pt x="3361" y="105702"/>
                  <a:pt x="0" y="113636"/>
                </a:cubicBezTo>
                <a:lnTo>
                  <a:pt x="3517" y="112308"/>
                </a:lnTo>
                <a:cubicBezTo>
                  <a:pt x="6749" y="106727"/>
                  <a:pt x="11985" y="102223"/>
                  <a:pt x="17708" y="99071"/>
                </a:cubicBezTo>
                <a:cubicBezTo>
                  <a:pt x="25544" y="94752"/>
                  <a:pt x="34334" y="92563"/>
                  <a:pt x="42910" y="90001"/>
                </a:cubicBezTo>
                <a:cubicBezTo>
                  <a:pt x="51482" y="87438"/>
                  <a:pt x="60139" y="84353"/>
                  <a:pt x="67015" y="78629"/>
                </a:cubicBezTo>
                <a:cubicBezTo>
                  <a:pt x="73893" y="72901"/>
                  <a:pt x="78496" y="64941"/>
                  <a:pt x="84519" y="58321"/>
                </a:cubicBezTo>
                <a:cubicBezTo>
                  <a:pt x="87689" y="54838"/>
                  <a:pt x="91562" y="51657"/>
                  <a:pt x="95805" y="49649"/>
                </a:cubicBezTo>
                <a:lnTo>
                  <a:pt x="770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4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32" name="Google Shape;1032;p14"/>
          <p:cNvGrpSpPr/>
          <p:nvPr/>
        </p:nvGrpSpPr>
        <p:grpSpPr>
          <a:xfrm>
            <a:off x="9104385" y="6100129"/>
            <a:ext cx="3476329" cy="3755786"/>
            <a:chOff x="3179709" y="5000350"/>
            <a:chExt cx="526733" cy="569110"/>
          </a:xfrm>
        </p:grpSpPr>
        <p:sp>
          <p:nvSpPr>
            <p:cNvPr id="1033" name="Google Shape;1033;p14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4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4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4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4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4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4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4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4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4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4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4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4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4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4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4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4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4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4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4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4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4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4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4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4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4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4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4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4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4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4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1" name="Google Shape;1091;p14"/>
          <p:cNvGrpSpPr/>
          <p:nvPr/>
        </p:nvGrpSpPr>
        <p:grpSpPr>
          <a:xfrm flipH="1" rot="-7777377">
            <a:off x="-35522" y="-1368995"/>
            <a:ext cx="2183635" cy="2359157"/>
            <a:chOff x="3179709" y="5000350"/>
            <a:chExt cx="526733" cy="569110"/>
          </a:xfrm>
        </p:grpSpPr>
        <p:sp>
          <p:nvSpPr>
            <p:cNvPr id="1092" name="Google Shape;1092;p14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4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4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4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4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4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4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4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4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4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4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4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4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4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4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4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4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4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4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"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5"/>
          <p:cNvSpPr/>
          <p:nvPr/>
        </p:nvSpPr>
        <p:spPr>
          <a:xfrm flipH="1">
            <a:off x="3564441" y="-618125"/>
            <a:ext cx="10910984" cy="4828247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5"/>
          <p:cNvSpPr/>
          <p:nvPr/>
        </p:nvSpPr>
        <p:spPr>
          <a:xfrm rot="10799917">
            <a:off x="-248231" y="5846485"/>
            <a:ext cx="18368559" cy="1999112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5"/>
          <p:cNvSpPr/>
          <p:nvPr/>
        </p:nvSpPr>
        <p:spPr>
          <a:xfrm rot="-10285708">
            <a:off x="-653518" y="3491405"/>
            <a:ext cx="3895390" cy="4620383"/>
          </a:xfrm>
          <a:custGeom>
            <a:rect b="b" l="l" r="r" t="t"/>
            <a:pathLst>
              <a:path extrusionOk="0" h="113637" w="95806">
                <a:moveTo>
                  <a:pt x="77054" y="0"/>
                </a:moveTo>
                <a:cubicBezTo>
                  <a:pt x="74424" y="2853"/>
                  <a:pt x="72430" y="6393"/>
                  <a:pt x="71206" y="10072"/>
                </a:cubicBezTo>
                <a:cubicBezTo>
                  <a:pt x="68724" y="17547"/>
                  <a:pt x="68877" y="25606"/>
                  <a:pt x="69085" y="33474"/>
                </a:cubicBezTo>
                <a:cubicBezTo>
                  <a:pt x="69289" y="41349"/>
                  <a:pt x="69497" y="49398"/>
                  <a:pt x="67120" y="56906"/>
                </a:cubicBezTo>
                <a:cubicBezTo>
                  <a:pt x="64676" y="64634"/>
                  <a:pt x="59455" y="71458"/>
                  <a:pt x="52635" y="75839"/>
                </a:cubicBezTo>
                <a:cubicBezTo>
                  <a:pt x="40760" y="83479"/>
                  <a:pt x="24908" y="83622"/>
                  <a:pt x="13930" y="92502"/>
                </a:cubicBezTo>
                <a:cubicBezTo>
                  <a:pt x="7295" y="97870"/>
                  <a:pt x="3361" y="105702"/>
                  <a:pt x="0" y="113636"/>
                </a:cubicBezTo>
                <a:lnTo>
                  <a:pt x="3517" y="112308"/>
                </a:lnTo>
                <a:cubicBezTo>
                  <a:pt x="6749" y="106727"/>
                  <a:pt x="11985" y="102223"/>
                  <a:pt x="17708" y="99071"/>
                </a:cubicBezTo>
                <a:cubicBezTo>
                  <a:pt x="25544" y="94752"/>
                  <a:pt x="34334" y="92563"/>
                  <a:pt x="42910" y="90001"/>
                </a:cubicBezTo>
                <a:cubicBezTo>
                  <a:pt x="51482" y="87438"/>
                  <a:pt x="60139" y="84353"/>
                  <a:pt x="67015" y="78629"/>
                </a:cubicBezTo>
                <a:cubicBezTo>
                  <a:pt x="73893" y="72901"/>
                  <a:pt x="78496" y="64941"/>
                  <a:pt x="84519" y="58321"/>
                </a:cubicBezTo>
                <a:cubicBezTo>
                  <a:pt x="87689" y="54838"/>
                  <a:pt x="91562" y="51657"/>
                  <a:pt x="95805" y="49649"/>
                </a:cubicBezTo>
                <a:lnTo>
                  <a:pt x="770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4" name="Google Shape;1154;p15"/>
          <p:cNvGrpSpPr/>
          <p:nvPr/>
        </p:nvGrpSpPr>
        <p:grpSpPr>
          <a:xfrm>
            <a:off x="9396627" y="-891340"/>
            <a:ext cx="2730792" cy="2950324"/>
            <a:chOff x="3179709" y="5000350"/>
            <a:chExt cx="526733" cy="569110"/>
          </a:xfrm>
        </p:grpSpPr>
        <p:sp>
          <p:nvSpPr>
            <p:cNvPr id="1155" name="Google Shape;1155;p15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15"/>
          <p:cNvGrpSpPr/>
          <p:nvPr/>
        </p:nvGrpSpPr>
        <p:grpSpPr>
          <a:xfrm flipH="1" rot="-2700063">
            <a:off x="6118478" y="6627520"/>
            <a:ext cx="2017930" cy="2180160"/>
            <a:chOff x="3179709" y="5000350"/>
            <a:chExt cx="526733" cy="569110"/>
          </a:xfrm>
        </p:grpSpPr>
        <p:sp>
          <p:nvSpPr>
            <p:cNvPr id="1214" name="Google Shape;1214;p15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5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5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5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5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5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5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5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5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5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5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5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5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5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5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5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5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5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5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5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5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5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5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5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5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2" name="Google Shape;1272;p15"/>
          <p:cNvGrpSpPr/>
          <p:nvPr/>
        </p:nvGrpSpPr>
        <p:grpSpPr>
          <a:xfrm flipH="1" rot="-7777377">
            <a:off x="-35522" y="-1368995"/>
            <a:ext cx="2183635" cy="2359157"/>
            <a:chOff x="3179709" y="5000350"/>
            <a:chExt cx="526733" cy="569110"/>
          </a:xfrm>
        </p:grpSpPr>
        <p:sp>
          <p:nvSpPr>
            <p:cNvPr id="1273" name="Google Shape;1273;p15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5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5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5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5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1" name="Google Shape;1331;p15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1">
  <p:cSld name="TITLE_1_1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6"/>
          <p:cNvSpPr/>
          <p:nvPr/>
        </p:nvSpPr>
        <p:spPr>
          <a:xfrm flipH="1" rot="10800000">
            <a:off x="9787" y="-254611"/>
            <a:ext cx="10691977" cy="3755811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6"/>
          <p:cNvSpPr/>
          <p:nvPr/>
        </p:nvSpPr>
        <p:spPr>
          <a:xfrm flipH="1" rot="-1066534">
            <a:off x="-520737" y="3250672"/>
            <a:ext cx="15045066" cy="5284855"/>
          </a:xfrm>
          <a:custGeom>
            <a:rect b="b" l="l" r="r" t="t"/>
            <a:pathLst>
              <a:path extrusionOk="0" h="26087" w="58952">
                <a:moveTo>
                  <a:pt x="6309" y="0"/>
                </a:moveTo>
                <a:cubicBezTo>
                  <a:pt x="5794" y="0"/>
                  <a:pt x="5279" y="55"/>
                  <a:pt x="4770" y="173"/>
                </a:cubicBezTo>
                <a:cubicBezTo>
                  <a:pt x="2668" y="666"/>
                  <a:pt x="1182" y="2100"/>
                  <a:pt x="0" y="3774"/>
                </a:cubicBezTo>
                <a:lnTo>
                  <a:pt x="0" y="26086"/>
                </a:lnTo>
                <a:lnTo>
                  <a:pt x="13422" y="26086"/>
                </a:lnTo>
                <a:cubicBezTo>
                  <a:pt x="13541" y="23333"/>
                  <a:pt x="14784" y="20752"/>
                  <a:pt x="17295" y="19589"/>
                </a:cubicBezTo>
                <a:cubicBezTo>
                  <a:pt x="18330" y="19111"/>
                  <a:pt x="19414" y="18944"/>
                  <a:pt x="20527" y="18944"/>
                </a:cubicBezTo>
                <a:cubicBezTo>
                  <a:pt x="23125" y="18944"/>
                  <a:pt x="25882" y="19855"/>
                  <a:pt x="28549" y="19855"/>
                </a:cubicBezTo>
                <a:cubicBezTo>
                  <a:pt x="29120" y="19855"/>
                  <a:pt x="29687" y="19813"/>
                  <a:pt x="30247" y="19712"/>
                </a:cubicBezTo>
                <a:cubicBezTo>
                  <a:pt x="33688" y="19090"/>
                  <a:pt x="36304" y="16352"/>
                  <a:pt x="38520" y="13651"/>
                </a:cubicBezTo>
                <a:cubicBezTo>
                  <a:pt x="40741" y="10950"/>
                  <a:pt x="42972" y="8013"/>
                  <a:pt x="46214" y="6703"/>
                </a:cubicBezTo>
                <a:cubicBezTo>
                  <a:pt x="47338" y="6248"/>
                  <a:pt x="48540" y="6032"/>
                  <a:pt x="49747" y="6032"/>
                </a:cubicBezTo>
                <a:cubicBezTo>
                  <a:pt x="52371" y="6032"/>
                  <a:pt x="55015" y="7053"/>
                  <a:pt x="56930" y="8867"/>
                </a:cubicBezTo>
                <a:cubicBezTo>
                  <a:pt x="57742" y="9640"/>
                  <a:pt x="58420" y="10543"/>
                  <a:pt x="58952" y="11520"/>
                </a:cubicBezTo>
                <a:lnTo>
                  <a:pt x="58952" y="7391"/>
                </a:lnTo>
                <a:cubicBezTo>
                  <a:pt x="57514" y="5322"/>
                  <a:pt x="55212" y="3723"/>
                  <a:pt x="52635" y="3025"/>
                </a:cubicBezTo>
                <a:cubicBezTo>
                  <a:pt x="51493" y="2714"/>
                  <a:pt x="50327" y="2579"/>
                  <a:pt x="49159" y="2579"/>
                </a:cubicBezTo>
                <a:cubicBezTo>
                  <a:pt x="46706" y="2579"/>
                  <a:pt x="44246" y="3176"/>
                  <a:pt x="41989" y="4002"/>
                </a:cubicBezTo>
                <a:cubicBezTo>
                  <a:pt x="38657" y="5222"/>
                  <a:pt x="35572" y="6926"/>
                  <a:pt x="32193" y="8041"/>
                </a:cubicBezTo>
                <a:cubicBezTo>
                  <a:pt x="30221" y="8691"/>
                  <a:pt x="28084" y="9129"/>
                  <a:pt x="25965" y="9129"/>
                </a:cubicBezTo>
                <a:cubicBezTo>
                  <a:pt x="24449" y="9129"/>
                  <a:pt x="22941" y="8905"/>
                  <a:pt x="21509" y="8374"/>
                </a:cubicBezTo>
                <a:cubicBezTo>
                  <a:pt x="18473" y="7248"/>
                  <a:pt x="16189" y="4924"/>
                  <a:pt x="13665" y="3005"/>
                </a:cubicBezTo>
                <a:cubicBezTo>
                  <a:pt x="11555" y="1400"/>
                  <a:pt x="8923" y="0"/>
                  <a:pt x="6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6"/>
          <p:cNvSpPr txBox="1"/>
          <p:nvPr>
            <p:ph type="ctrTitle"/>
          </p:nvPr>
        </p:nvSpPr>
        <p:spPr>
          <a:xfrm>
            <a:off x="2127150" y="1152444"/>
            <a:ext cx="6437700" cy="12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6" name="Google Shape;1336;p16"/>
          <p:cNvSpPr txBox="1"/>
          <p:nvPr>
            <p:ph idx="1" type="subTitle"/>
          </p:nvPr>
        </p:nvSpPr>
        <p:spPr>
          <a:xfrm>
            <a:off x="3343650" y="2568606"/>
            <a:ext cx="4004700" cy="14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37" name="Google Shape;1337;p16"/>
          <p:cNvSpPr txBox="1"/>
          <p:nvPr/>
        </p:nvSpPr>
        <p:spPr>
          <a:xfrm>
            <a:off x="2749500" y="5130156"/>
            <a:ext cx="51930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>
                <a:solidFill>
                  <a:schemeClr val="accen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including icons by </a:t>
            </a:r>
            <a:r>
              <a:rPr b="1" lang="en">
                <a:solidFill>
                  <a:schemeClr val="accen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and infographics &amp; images by </a:t>
            </a:r>
            <a:r>
              <a:rPr b="1" lang="en">
                <a:solidFill>
                  <a:schemeClr val="accen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38" name="Google Shape;1338;p16"/>
          <p:cNvGrpSpPr/>
          <p:nvPr/>
        </p:nvGrpSpPr>
        <p:grpSpPr>
          <a:xfrm>
            <a:off x="-1280965" y="-790271"/>
            <a:ext cx="3476329" cy="3755786"/>
            <a:chOff x="3179709" y="5000350"/>
            <a:chExt cx="526733" cy="569110"/>
          </a:xfrm>
        </p:grpSpPr>
        <p:sp>
          <p:nvSpPr>
            <p:cNvPr id="1339" name="Google Shape;1339;p16"/>
            <p:cNvSpPr/>
            <p:nvPr/>
          </p:nvSpPr>
          <p:spPr>
            <a:xfrm>
              <a:off x="3377359" y="5283823"/>
              <a:ext cx="131005" cy="113596"/>
            </a:xfrm>
            <a:custGeom>
              <a:rect b="b" l="l" r="r" t="t"/>
              <a:pathLst>
                <a:path extrusionOk="0" h="3726" w="4297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4" y="3726"/>
                  </a:lnTo>
                  <a:lnTo>
                    <a:pt x="3204" y="3645"/>
                  </a:lnTo>
                  <a:lnTo>
                    <a:pt x="1125" y="3645"/>
                  </a:lnTo>
                  <a:lnTo>
                    <a:pt x="95" y="1860"/>
                  </a:lnTo>
                  <a:lnTo>
                    <a:pt x="1125" y="81"/>
                  </a:lnTo>
                  <a:lnTo>
                    <a:pt x="3180" y="81"/>
                  </a:lnTo>
                  <a:lnTo>
                    <a:pt x="4224" y="1884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371841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7" y="456"/>
                    <a:pt x="456" y="351"/>
                    <a:pt x="456" y="228"/>
                  </a:cubicBezTo>
                  <a:cubicBezTo>
                    <a:pt x="456" y="104"/>
                    <a:pt x="357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500194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8" y="1"/>
                  </a:moveTo>
                  <a:cubicBezTo>
                    <a:pt x="105" y="1"/>
                    <a:pt x="1" y="104"/>
                    <a:pt x="1" y="228"/>
                  </a:cubicBezTo>
                  <a:cubicBezTo>
                    <a:pt x="1" y="351"/>
                    <a:pt x="105" y="456"/>
                    <a:pt x="228" y="456"/>
                  </a:cubicBezTo>
                  <a:cubicBezTo>
                    <a:pt x="353" y="456"/>
                    <a:pt x="456" y="351"/>
                    <a:pt x="456" y="228"/>
                  </a:cubicBezTo>
                  <a:cubicBezTo>
                    <a:pt x="456" y="104"/>
                    <a:pt x="35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404158" y="5278335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404158" y="5389126"/>
              <a:ext cx="13719" cy="13780"/>
            </a:xfrm>
            <a:custGeom>
              <a:rect b="b" l="l" r="r" t="t"/>
              <a:pathLst>
                <a:path extrusionOk="0" h="452" w="450">
                  <a:moveTo>
                    <a:pt x="228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8" y="452"/>
                  </a:cubicBezTo>
                  <a:cubicBezTo>
                    <a:pt x="351" y="452"/>
                    <a:pt x="450" y="353"/>
                    <a:pt x="450" y="229"/>
                  </a:cubicBezTo>
                  <a:cubicBezTo>
                    <a:pt x="450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468090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2" y="451"/>
                    <a:pt x="451" y="351"/>
                    <a:pt x="451" y="223"/>
                  </a:cubicBezTo>
                  <a:cubicBezTo>
                    <a:pt x="451" y="99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468090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8" y="452"/>
                  </a:cubicBezTo>
                  <a:cubicBezTo>
                    <a:pt x="352" y="452"/>
                    <a:pt x="451" y="353"/>
                    <a:pt x="451" y="229"/>
                  </a:cubicBezTo>
                  <a:cubicBezTo>
                    <a:pt x="451" y="101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473883" y="5117269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8" y="0"/>
                  </a:moveTo>
                  <a:lnTo>
                    <a:pt x="0" y="1846"/>
                  </a:lnTo>
                  <a:lnTo>
                    <a:pt x="71" y="1884"/>
                  </a:lnTo>
                  <a:lnTo>
                    <a:pt x="1115" y="81"/>
                  </a:lnTo>
                  <a:lnTo>
                    <a:pt x="3170" y="81"/>
                  </a:lnTo>
                  <a:lnTo>
                    <a:pt x="4215" y="1884"/>
                  </a:lnTo>
                  <a:lnTo>
                    <a:pt x="4281" y="1846"/>
                  </a:lnTo>
                  <a:lnTo>
                    <a:pt x="32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468090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2" y="451"/>
                    <a:pt x="456" y="351"/>
                    <a:pt x="456" y="223"/>
                  </a:cubicBezTo>
                  <a:cubicBezTo>
                    <a:pt x="456" y="100"/>
                    <a:pt x="352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596443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5" y="0"/>
                    <a:pt x="0" y="100"/>
                    <a:pt x="0" y="223"/>
                  </a:cubicBezTo>
                  <a:cubicBezTo>
                    <a:pt x="0" y="351"/>
                    <a:pt x="105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500346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8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2" y="451"/>
                    <a:pt x="451" y="351"/>
                    <a:pt x="451" y="228"/>
                  </a:cubicBezTo>
                  <a:cubicBezTo>
                    <a:pt x="451" y="99"/>
                    <a:pt x="352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500346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5"/>
                    <a:pt x="0" y="229"/>
                  </a:cubicBezTo>
                  <a:cubicBezTo>
                    <a:pt x="0" y="352"/>
                    <a:pt x="100" y="457"/>
                    <a:pt x="223" y="457"/>
                  </a:cubicBezTo>
                  <a:cubicBezTo>
                    <a:pt x="352" y="457"/>
                    <a:pt x="451" y="352"/>
                    <a:pt x="451" y="229"/>
                  </a:cubicBezTo>
                  <a:cubicBezTo>
                    <a:pt x="451" y="105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564309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1" y="0"/>
                    <a:pt x="0" y="99"/>
                    <a:pt x="0" y="228"/>
                  </a:cubicBezTo>
                  <a:cubicBezTo>
                    <a:pt x="0" y="351"/>
                    <a:pt x="101" y="451"/>
                    <a:pt x="224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564309" y="5222604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4" y="1"/>
                  </a:moveTo>
                  <a:cubicBezTo>
                    <a:pt x="101" y="1"/>
                    <a:pt x="0" y="105"/>
                    <a:pt x="0" y="229"/>
                  </a:cubicBezTo>
                  <a:cubicBezTo>
                    <a:pt x="0" y="352"/>
                    <a:pt x="101" y="457"/>
                    <a:pt x="224" y="457"/>
                  </a:cubicBezTo>
                  <a:cubicBezTo>
                    <a:pt x="351" y="457"/>
                    <a:pt x="451" y="352"/>
                    <a:pt x="451" y="229"/>
                  </a:cubicBezTo>
                  <a:cubicBezTo>
                    <a:pt x="451" y="105"/>
                    <a:pt x="351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570101" y="5062270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0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596443" y="5056081"/>
              <a:ext cx="13902" cy="13902"/>
            </a:xfrm>
            <a:custGeom>
              <a:rect b="b" l="l" r="r" t="t"/>
              <a:pathLst>
                <a:path extrusionOk="0" h="456" w="456">
                  <a:moveTo>
                    <a:pt x="228" y="0"/>
                  </a:moveTo>
                  <a:cubicBezTo>
                    <a:pt x="105" y="0"/>
                    <a:pt x="0" y="104"/>
                    <a:pt x="0" y="228"/>
                  </a:cubicBezTo>
                  <a:cubicBezTo>
                    <a:pt x="0" y="351"/>
                    <a:pt x="105" y="456"/>
                    <a:pt x="228" y="456"/>
                  </a:cubicBezTo>
                  <a:cubicBezTo>
                    <a:pt x="351" y="456"/>
                    <a:pt x="456" y="351"/>
                    <a:pt x="456" y="228"/>
                  </a:cubicBezTo>
                  <a:cubicBezTo>
                    <a:pt x="456" y="104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185502" y="52849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0" y="1823"/>
                  </a:lnTo>
                  <a:lnTo>
                    <a:pt x="71" y="1862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179709" y="533443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4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4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11812" y="5278731"/>
              <a:ext cx="13933" cy="13780"/>
            </a:xfrm>
            <a:custGeom>
              <a:rect b="b" l="l" r="r" t="t"/>
              <a:pathLst>
                <a:path extrusionOk="0" h="452" w="457">
                  <a:moveTo>
                    <a:pt x="229" y="1"/>
                  </a:moveTo>
                  <a:cubicBezTo>
                    <a:pt x="106" y="1"/>
                    <a:pt x="1" y="101"/>
                    <a:pt x="1" y="229"/>
                  </a:cubicBezTo>
                  <a:cubicBezTo>
                    <a:pt x="1" y="353"/>
                    <a:pt x="106" y="452"/>
                    <a:pt x="229" y="452"/>
                  </a:cubicBezTo>
                  <a:cubicBezTo>
                    <a:pt x="352" y="452"/>
                    <a:pt x="456" y="353"/>
                    <a:pt x="456" y="229"/>
                  </a:cubicBezTo>
                  <a:cubicBezTo>
                    <a:pt x="456" y="101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666168" y="5228701"/>
              <a:ext cx="34207" cy="56859"/>
            </a:xfrm>
            <a:custGeom>
              <a:rect b="b" l="l" r="r" t="t"/>
              <a:pathLst>
                <a:path extrusionOk="0" h="1865" w="1122">
                  <a:moveTo>
                    <a:pt x="1054" y="0"/>
                  </a:moveTo>
                  <a:lnTo>
                    <a:pt x="0" y="1823"/>
                  </a:lnTo>
                  <a:lnTo>
                    <a:pt x="72" y="1865"/>
                  </a:lnTo>
                  <a:lnTo>
                    <a:pt x="1121" y="42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660405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692509" y="5222604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4" y="1"/>
                    <a:pt x="1" y="100"/>
                    <a:pt x="1" y="229"/>
                  </a:cubicBezTo>
                  <a:cubicBezTo>
                    <a:pt x="1" y="352"/>
                    <a:pt x="104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377786" y="5062270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1054" y="1"/>
                  </a:moveTo>
                  <a:lnTo>
                    <a:pt x="0" y="1823"/>
                  </a:lnTo>
                  <a:lnTo>
                    <a:pt x="72" y="1861"/>
                  </a:lnTo>
                  <a:lnTo>
                    <a:pt x="1126" y="3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372024" y="5111782"/>
              <a:ext cx="13750" cy="13780"/>
            </a:xfrm>
            <a:custGeom>
              <a:rect b="b" l="l" r="r" t="t"/>
              <a:pathLst>
                <a:path extrusionOk="0" h="452" w="451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0" y="351"/>
                    <a:pt x="450" y="223"/>
                  </a:cubicBezTo>
                  <a:cubicBezTo>
                    <a:pt x="450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404280" y="5056081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4" y="0"/>
                  </a:moveTo>
                  <a:cubicBezTo>
                    <a:pt x="100" y="0"/>
                    <a:pt x="1" y="99"/>
                    <a:pt x="1" y="228"/>
                  </a:cubicBezTo>
                  <a:cubicBezTo>
                    <a:pt x="1" y="351"/>
                    <a:pt x="100" y="451"/>
                    <a:pt x="224" y="451"/>
                  </a:cubicBezTo>
                  <a:cubicBezTo>
                    <a:pt x="351" y="451"/>
                    <a:pt x="452" y="351"/>
                    <a:pt x="452" y="228"/>
                  </a:cubicBezTo>
                  <a:cubicBezTo>
                    <a:pt x="452" y="99"/>
                    <a:pt x="35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377939" y="5006569"/>
              <a:ext cx="34329" cy="56737"/>
            </a:xfrm>
            <a:custGeom>
              <a:rect b="b" l="l" r="r" t="t"/>
              <a:pathLst>
                <a:path extrusionOk="0" h="1861" w="1126">
                  <a:moveTo>
                    <a:pt x="72" y="1"/>
                  </a:moveTo>
                  <a:lnTo>
                    <a:pt x="0" y="38"/>
                  </a:lnTo>
                  <a:lnTo>
                    <a:pt x="1054" y="1861"/>
                  </a:lnTo>
                  <a:lnTo>
                    <a:pt x="1125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372024" y="5000350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9"/>
                  </a:cubicBezTo>
                  <a:cubicBezTo>
                    <a:pt x="0" y="356"/>
                    <a:pt x="99" y="457"/>
                    <a:pt x="228" y="457"/>
                  </a:cubicBezTo>
                  <a:cubicBezTo>
                    <a:pt x="351" y="457"/>
                    <a:pt x="450" y="356"/>
                    <a:pt x="450" y="229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185624" y="5118428"/>
              <a:ext cx="34176" cy="56737"/>
            </a:xfrm>
            <a:custGeom>
              <a:rect b="b" l="l" r="r" t="t"/>
              <a:pathLst>
                <a:path extrusionOk="0" h="1861" w="1121">
                  <a:moveTo>
                    <a:pt x="72" y="1"/>
                  </a:moveTo>
                  <a:lnTo>
                    <a:pt x="1" y="38"/>
                  </a:lnTo>
                  <a:lnTo>
                    <a:pt x="1055" y="1861"/>
                  </a:lnTo>
                  <a:lnTo>
                    <a:pt x="1121" y="1823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11812" y="5167909"/>
              <a:ext cx="13933" cy="13750"/>
            </a:xfrm>
            <a:custGeom>
              <a:rect b="b" l="l" r="r" t="t"/>
              <a:pathLst>
                <a:path extrusionOk="0" h="451" w="457">
                  <a:moveTo>
                    <a:pt x="229" y="1"/>
                  </a:moveTo>
                  <a:cubicBezTo>
                    <a:pt x="106" y="1"/>
                    <a:pt x="1" y="100"/>
                    <a:pt x="1" y="229"/>
                  </a:cubicBezTo>
                  <a:cubicBezTo>
                    <a:pt x="1" y="352"/>
                    <a:pt x="106" y="451"/>
                    <a:pt x="229" y="451"/>
                  </a:cubicBezTo>
                  <a:cubicBezTo>
                    <a:pt x="352" y="451"/>
                    <a:pt x="456" y="352"/>
                    <a:pt x="456" y="229"/>
                  </a:cubicBezTo>
                  <a:cubicBezTo>
                    <a:pt x="456" y="100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179709" y="5112178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3" y="1"/>
                  </a:moveTo>
                  <a:cubicBezTo>
                    <a:pt x="100" y="1"/>
                    <a:pt x="0" y="106"/>
                    <a:pt x="0" y="229"/>
                  </a:cubicBezTo>
                  <a:cubicBezTo>
                    <a:pt x="0" y="353"/>
                    <a:pt x="100" y="456"/>
                    <a:pt x="223" y="456"/>
                  </a:cubicBezTo>
                  <a:cubicBezTo>
                    <a:pt x="351" y="456"/>
                    <a:pt x="451" y="353"/>
                    <a:pt x="451" y="229"/>
                  </a:cubicBezTo>
                  <a:cubicBezTo>
                    <a:pt x="451" y="106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1263" y="5228701"/>
              <a:ext cx="97743" cy="113596"/>
            </a:xfrm>
            <a:custGeom>
              <a:rect b="b" l="l" r="r" t="t"/>
              <a:pathLst>
                <a:path extrusionOk="0" h="3726" w="3206">
                  <a:moveTo>
                    <a:pt x="1079" y="0"/>
                  </a:moveTo>
                  <a:lnTo>
                    <a:pt x="1" y="1860"/>
                  </a:lnTo>
                  <a:lnTo>
                    <a:pt x="1079" y="3725"/>
                  </a:lnTo>
                  <a:lnTo>
                    <a:pt x="3205" y="3725"/>
                  </a:lnTo>
                  <a:lnTo>
                    <a:pt x="3205" y="3645"/>
                  </a:lnTo>
                  <a:lnTo>
                    <a:pt x="1126" y="3645"/>
                  </a:lnTo>
                  <a:lnTo>
                    <a:pt x="96" y="1860"/>
                  </a:lnTo>
                  <a:lnTo>
                    <a:pt x="1126" y="80"/>
                  </a:lnTo>
                  <a:lnTo>
                    <a:pt x="3205" y="80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75806" y="5278731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1"/>
                  </a:moveTo>
                  <a:cubicBezTo>
                    <a:pt x="104" y="1"/>
                    <a:pt x="0" y="101"/>
                    <a:pt x="0" y="229"/>
                  </a:cubicBezTo>
                  <a:cubicBezTo>
                    <a:pt x="0" y="353"/>
                    <a:pt x="104" y="452"/>
                    <a:pt x="228" y="452"/>
                  </a:cubicBezTo>
                  <a:cubicBezTo>
                    <a:pt x="351" y="452"/>
                    <a:pt x="456" y="353"/>
                    <a:pt x="456" y="229"/>
                  </a:cubicBezTo>
                  <a:cubicBezTo>
                    <a:pt x="456" y="101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308061" y="5223031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1" y="351"/>
                    <a:pt x="451" y="228"/>
                  </a:cubicBezTo>
                  <a:cubicBezTo>
                    <a:pt x="451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308061" y="53340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3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372024" y="5223031"/>
              <a:ext cx="13750" cy="13933"/>
            </a:xfrm>
            <a:custGeom>
              <a:rect b="b" l="l" r="r" t="t"/>
              <a:pathLst>
                <a:path extrusionOk="0" h="457" w="451">
                  <a:moveTo>
                    <a:pt x="228" y="1"/>
                  </a:moveTo>
                  <a:cubicBezTo>
                    <a:pt x="99" y="1"/>
                    <a:pt x="0" y="105"/>
                    <a:pt x="0" y="228"/>
                  </a:cubicBezTo>
                  <a:cubicBezTo>
                    <a:pt x="0" y="351"/>
                    <a:pt x="99" y="456"/>
                    <a:pt x="228" y="456"/>
                  </a:cubicBezTo>
                  <a:cubicBezTo>
                    <a:pt x="351" y="456"/>
                    <a:pt x="450" y="351"/>
                    <a:pt x="450" y="228"/>
                  </a:cubicBezTo>
                  <a:cubicBezTo>
                    <a:pt x="450" y="105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377359" y="5172970"/>
              <a:ext cx="131005" cy="113048"/>
            </a:xfrm>
            <a:custGeom>
              <a:rect b="b" l="l" r="r" t="t"/>
              <a:pathLst>
                <a:path extrusionOk="0" h="3708" w="4297">
                  <a:moveTo>
                    <a:pt x="1078" y="0"/>
                  </a:moveTo>
                  <a:lnTo>
                    <a:pt x="1" y="1861"/>
                  </a:lnTo>
                  <a:lnTo>
                    <a:pt x="1068" y="3708"/>
                  </a:lnTo>
                  <a:lnTo>
                    <a:pt x="1135" y="3665"/>
                  </a:lnTo>
                  <a:lnTo>
                    <a:pt x="95" y="1861"/>
                  </a:lnTo>
                  <a:lnTo>
                    <a:pt x="1125" y="81"/>
                  </a:lnTo>
                  <a:lnTo>
                    <a:pt x="3186" y="81"/>
                  </a:lnTo>
                  <a:lnTo>
                    <a:pt x="4224" y="1885"/>
                  </a:lnTo>
                  <a:lnTo>
                    <a:pt x="4296" y="1842"/>
                  </a:ln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404158" y="5167482"/>
              <a:ext cx="13902" cy="13780"/>
            </a:xfrm>
            <a:custGeom>
              <a:rect b="b" l="l" r="r" t="t"/>
              <a:pathLst>
                <a:path extrusionOk="0" h="452" w="456">
                  <a:moveTo>
                    <a:pt x="228" y="0"/>
                  </a:moveTo>
                  <a:cubicBezTo>
                    <a:pt x="104" y="0"/>
                    <a:pt x="0" y="100"/>
                    <a:pt x="0" y="223"/>
                  </a:cubicBezTo>
                  <a:cubicBezTo>
                    <a:pt x="0" y="351"/>
                    <a:pt x="104" y="451"/>
                    <a:pt x="228" y="451"/>
                  </a:cubicBezTo>
                  <a:cubicBezTo>
                    <a:pt x="351" y="451"/>
                    <a:pt x="456" y="351"/>
                    <a:pt x="456" y="223"/>
                  </a:cubicBezTo>
                  <a:cubicBezTo>
                    <a:pt x="456" y="100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281720" y="5117269"/>
              <a:ext cx="97286" cy="57469"/>
            </a:xfrm>
            <a:custGeom>
              <a:rect b="b" l="l" r="r" t="t"/>
              <a:pathLst>
                <a:path extrusionOk="0" h="1885" w="3191">
                  <a:moveTo>
                    <a:pt x="1064" y="0"/>
                  </a:moveTo>
                  <a:lnTo>
                    <a:pt x="1" y="1842"/>
                  </a:lnTo>
                  <a:lnTo>
                    <a:pt x="67" y="1884"/>
                  </a:lnTo>
                  <a:lnTo>
                    <a:pt x="1111" y="81"/>
                  </a:lnTo>
                  <a:lnTo>
                    <a:pt x="3190" y="81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8061" y="5111782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99" y="0"/>
                    <a:pt x="0" y="99"/>
                    <a:pt x="0" y="228"/>
                  </a:cubicBezTo>
                  <a:cubicBezTo>
                    <a:pt x="0" y="351"/>
                    <a:pt x="99" y="451"/>
                    <a:pt x="228" y="451"/>
                  </a:cubicBezTo>
                  <a:cubicBezTo>
                    <a:pt x="351" y="451"/>
                    <a:pt x="451" y="351"/>
                    <a:pt x="451" y="228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569644" y="5283823"/>
              <a:ext cx="130852" cy="113596"/>
            </a:xfrm>
            <a:custGeom>
              <a:rect b="b" l="l" r="r" t="t"/>
              <a:pathLst>
                <a:path extrusionOk="0" h="3726" w="4292">
                  <a:moveTo>
                    <a:pt x="1078" y="0"/>
                  </a:moveTo>
                  <a:lnTo>
                    <a:pt x="1" y="1860"/>
                  </a:lnTo>
                  <a:lnTo>
                    <a:pt x="1078" y="3726"/>
                  </a:lnTo>
                  <a:lnTo>
                    <a:pt x="3205" y="3726"/>
                  </a:lnTo>
                  <a:lnTo>
                    <a:pt x="3205" y="3645"/>
                  </a:lnTo>
                  <a:lnTo>
                    <a:pt x="1122" y="3645"/>
                  </a:lnTo>
                  <a:lnTo>
                    <a:pt x="96" y="1860"/>
                  </a:lnTo>
                  <a:lnTo>
                    <a:pt x="1122" y="81"/>
                  </a:lnTo>
                  <a:lnTo>
                    <a:pt x="3181" y="81"/>
                  </a:lnTo>
                  <a:lnTo>
                    <a:pt x="4220" y="1884"/>
                  </a:lnTo>
                  <a:lnTo>
                    <a:pt x="4292" y="1842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564156" y="5333883"/>
              <a:ext cx="13933" cy="13933"/>
            </a:xfrm>
            <a:custGeom>
              <a:rect b="b" l="l" r="r" t="t"/>
              <a:pathLst>
                <a:path extrusionOk="0" h="457" w="457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6" y="351"/>
                    <a:pt x="456" y="228"/>
                  </a:cubicBezTo>
                  <a:cubicBezTo>
                    <a:pt x="456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692509" y="5333883"/>
              <a:ext cx="13780" cy="13933"/>
            </a:xfrm>
            <a:custGeom>
              <a:rect b="b" l="l" r="r" t="t"/>
              <a:pathLst>
                <a:path extrusionOk="0" h="457" w="452">
                  <a:moveTo>
                    <a:pt x="229" y="1"/>
                  </a:moveTo>
                  <a:cubicBezTo>
                    <a:pt x="100" y="1"/>
                    <a:pt x="1" y="104"/>
                    <a:pt x="1" y="228"/>
                  </a:cubicBezTo>
                  <a:cubicBezTo>
                    <a:pt x="1" y="351"/>
                    <a:pt x="100" y="456"/>
                    <a:pt x="229" y="456"/>
                  </a:cubicBezTo>
                  <a:cubicBezTo>
                    <a:pt x="352" y="456"/>
                    <a:pt x="452" y="351"/>
                    <a:pt x="452" y="228"/>
                  </a:cubicBezTo>
                  <a:cubicBezTo>
                    <a:pt x="452" y="104"/>
                    <a:pt x="352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596443" y="5278335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3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596443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100" y="1"/>
                    <a:pt x="0" y="101"/>
                    <a:pt x="0" y="229"/>
                  </a:cubicBezTo>
                  <a:cubicBezTo>
                    <a:pt x="0" y="353"/>
                    <a:pt x="100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660405" y="5389126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3" y="1"/>
                  </a:moveTo>
                  <a:cubicBezTo>
                    <a:pt x="99" y="1"/>
                    <a:pt x="0" y="101"/>
                    <a:pt x="0" y="229"/>
                  </a:cubicBezTo>
                  <a:cubicBezTo>
                    <a:pt x="0" y="353"/>
                    <a:pt x="99" y="452"/>
                    <a:pt x="223" y="452"/>
                  </a:cubicBezTo>
                  <a:cubicBezTo>
                    <a:pt x="351" y="452"/>
                    <a:pt x="451" y="353"/>
                    <a:pt x="451" y="229"/>
                  </a:cubicBezTo>
                  <a:cubicBezTo>
                    <a:pt x="451" y="101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185502" y="5173397"/>
              <a:ext cx="130547" cy="57469"/>
            </a:xfrm>
            <a:custGeom>
              <a:rect b="b" l="l" r="r" t="t"/>
              <a:pathLst>
                <a:path extrusionOk="0" h="1885" w="4282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218642" y="5284524"/>
              <a:ext cx="64268" cy="2500"/>
            </a:xfrm>
            <a:custGeom>
              <a:rect b="b" l="l" r="r" t="t"/>
              <a:pathLst>
                <a:path extrusionOk="0" h="82" w="2108">
                  <a:moveTo>
                    <a:pt x="0" y="1"/>
                  </a:moveTo>
                  <a:lnTo>
                    <a:pt x="0" y="82"/>
                  </a:lnTo>
                  <a:lnTo>
                    <a:pt x="2107" y="82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179709" y="5223640"/>
              <a:ext cx="13780" cy="13780"/>
            </a:xfrm>
            <a:custGeom>
              <a:rect b="b" l="l" r="r" t="t"/>
              <a:pathLst>
                <a:path extrusionOk="0" h="452" w="452">
                  <a:moveTo>
                    <a:pt x="228" y="0"/>
                  </a:moveTo>
                  <a:cubicBezTo>
                    <a:pt x="100" y="0"/>
                    <a:pt x="0" y="99"/>
                    <a:pt x="0" y="223"/>
                  </a:cubicBezTo>
                  <a:cubicBezTo>
                    <a:pt x="0" y="351"/>
                    <a:pt x="100" y="451"/>
                    <a:pt x="228" y="451"/>
                  </a:cubicBezTo>
                  <a:cubicBezTo>
                    <a:pt x="351" y="451"/>
                    <a:pt x="451" y="351"/>
                    <a:pt x="451" y="223"/>
                  </a:cubicBezTo>
                  <a:cubicBezTo>
                    <a:pt x="451" y="99"/>
                    <a:pt x="351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275806" y="5167909"/>
              <a:ext cx="13902" cy="13750"/>
            </a:xfrm>
            <a:custGeom>
              <a:rect b="b" l="l" r="r" t="t"/>
              <a:pathLst>
                <a:path extrusionOk="0" h="451" w="456">
                  <a:moveTo>
                    <a:pt x="228" y="1"/>
                  </a:moveTo>
                  <a:cubicBezTo>
                    <a:pt x="104" y="1"/>
                    <a:pt x="0" y="100"/>
                    <a:pt x="0" y="229"/>
                  </a:cubicBezTo>
                  <a:cubicBezTo>
                    <a:pt x="0" y="352"/>
                    <a:pt x="104" y="451"/>
                    <a:pt x="228" y="451"/>
                  </a:cubicBezTo>
                  <a:cubicBezTo>
                    <a:pt x="351" y="451"/>
                    <a:pt x="456" y="352"/>
                    <a:pt x="456" y="229"/>
                  </a:cubicBezTo>
                  <a:cubicBezTo>
                    <a:pt x="456" y="100"/>
                    <a:pt x="351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473883" y="5228091"/>
              <a:ext cx="130517" cy="57469"/>
            </a:xfrm>
            <a:custGeom>
              <a:rect b="b" l="l" r="r" t="t"/>
              <a:pathLst>
                <a:path extrusionOk="0" h="1885" w="4281">
                  <a:moveTo>
                    <a:pt x="1063" y="1"/>
                  </a:moveTo>
                  <a:lnTo>
                    <a:pt x="0" y="1843"/>
                  </a:lnTo>
                  <a:lnTo>
                    <a:pt x="71" y="1885"/>
                  </a:lnTo>
                  <a:lnTo>
                    <a:pt x="1111" y="82"/>
                  </a:lnTo>
                  <a:lnTo>
                    <a:pt x="3170" y="82"/>
                  </a:lnTo>
                  <a:lnTo>
                    <a:pt x="4210" y="1885"/>
                  </a:lnTo>
                  <a:lnTo>
                    <a:pt x="4281" y="1843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473426" y="5450223"/>
              <a:ext cx="130974" cy="113017"/>
            </a:xfrm>
            <a:custGeom>
              <a:rect b="b" l="l" r="r" t="t"/>
              <a:pathLst>
                <a:path extrusionOk="0" h="3707" w="4296">
                  <a:moveTo>
                    <a:pt x="1078" y="0"/>
                  </a:moveTo>
                  <a:lnTo>
                    <a:pt x="0" y="1865"/>
                  </a:lnTo>
                  <a:lnTo>
                    <a:pt x="1069" y="3707"/>
                  </a:lnTo>
                  <a:lnTo>
                    <a:pt x="1135" y="3669"/>
                  </a:lnTo>
                  <a:lnTo>
                    <a:pt x="96" y="1865"/>
                  </a:lnTo>
                  <a:lnTo>
                    <a:pt x="1126" y="86"/>
                  </a:lnTo>
                  <a:lnTo>
                    <a:pt x="3185" y="86"/>
                  </a:lnTo>
                  <a:lnTo>
                    <a:pt x="4225" y="1884"/>
                  </a:lnTo>
                  <a:lnTo>
                    <a:pt x="4296" y="184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468090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2" y="450"/>
                    <a:pt x="451" y="351"/>
                    <a:pt x="451" y="228"/>
                  </a:cubicBezTo>
                  <a:cubicBezTo>
                    <a:pt x="451" y="100"/>
                    <a:pt x="352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596443" y="5500436"/>
              <a:ext cx="13780" cy="13750"/>
            </a:xfrm>
            <a:custGeom>
              <a:rect b="b" l="l" r="r" t="t"/>
              <a:pathLst>
                <a:path extrusionOk="0" h="451" w="452">
                  <a:moveTo>
                    <a:pt x="223" y="1"/>
                  </a:moveTo>
                  <a:cubicBezTo>
                    <a:pt x="100" y="1"/>
                    <a:pt x="0" y="100"/>
                    <a:pt x="0" y="228"/>
                  </a:cubicBezTo>
                  <a:cubicBezTo>
                    <a:pt x="0" y="351"/>
                    <a:pt x="100" y="450"/>
                    <a:pt x="223" y="450"/>
                  </a:cubicBezTo>
                  <a:cubicBezTo>
                    <a:pt x="351" y="450"/>
                    <a:pt x="451" y="351"/>
                    <a:pt x="451" y="228"/>
                  </a:cubicBezTo>
                  <a:cubicBezTo>
                    <a:pt x="451" y="100"/>
                    <a:pt x="35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500194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2"/>
                    <a:pt x="101" y="456"/>
                    <a:pt x="228" y="456"/>
                  </a:cubicBezTo>
                  <a:cubicBezTo>
                    <a:pt x="353" y="456"/>
                    <a:pt x="452" y="352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500194" y="5555558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8" y="0"/>
                  </a:moveTo>
                  <a:cubicBezTo>
                    <a:pt x="101" y="0"/>
                    <a:pt x="1" y="105"/>
                    <a:pt x="1" y="228"/>
                  </a:cubicBezTo>
                  <a:cubicBezTo>
                    <a:pt x="1" y="357"/>
                    <a:pt x="101" y="456"/>
                    <a:pt x="228" y="456"/>
                  </a:cubicBezTo>
                  <a:cubicBezTo>
                    <a:pt x="353" y="456"/>
                    <a:pt x="452" y="357"/>
                    <a:pt x="452" y="228"/>
                  </a:cubicBezTo>
                  <a:cubicBezTo>
                    <a:pt x="452" y="105"/>
                    <a:pt x="353" y="0"/>
                    <a:pt x="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564156" y="5444705"/>
              <a:ext cx="13780" cy="13902"/>
            </a:xfrm>
            <a:custGeom>
              <a:rect b="b" l="l" r="r" t="t"/>
              <a:pathLst>
                <a:path extrusionOk="0" h="456" w="452">
                  <a:moveTo>
                    <a:pt x="229" y="0"/>
                  </a:moveTo>
                  <a:cubicBezTo>
                    <a:pt x="100" y="0"/>
                    <a:pt x="1" y="105"/>
                    <a:pt x="1" y="228"/>
                  </a:cubicBezTo>
                  <a:cubicBezTo>
                    <a:pt x="1" y="352"/>
                    <a:pt x="100" y="456"/>
                    <a:pt x="229" y="456"/>
                  </a:cubicBezTo>
                  <a:cubicBezTo>
                    <a:pt x="352" y="456"/>
                    <a:pt x="452" y="352"/>
                    <a:pt x="452" y="228"/>
                  </a:cubicBezTo>
                  <a:cubicBezTo>
                    <a:pt x="452" y="105"/>
                    <a:pt x="352" y="0"/>
                    <a:pt x="2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570101" y="5395651"/>
              <a:ext cx="34298" cy="56768"/>
            </a:xfrm>
            <a:custGeom>
              <a:rect b="b" l="l" r="r" t="t"/>
              <a:pathLst>
                <a:path extrusionOk="0" h="1862" w="1125">
                  <a:moveTo>
                    <a:pt x="1054" y="1"/>
                  </a:moveTo>
                  <a:lnTo>
                    <a:pt x="1" y="1823"/>
                  </a:lnTo>
                  <a:lnTo>
                    <a:pt x="71" y="1861"/>
                  </a:lnTo>
                  <a:lnTo>
                    <a:pt x="1125" y="39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473608" y="5339371"/>
              <a:ext cx="97682" cy="113048"/>
            </a:xfrm>
            <a:custGeom>
              <a:rect b="b" l="l" r="r" t="t"/>
              <a:pathLst>
                <a:path extrusionOk="0" h="3708" w="3204">
                  <a:moveTo>
                    <a:pt x="1072" y="1"/>
                  </a:moveTo>
                  <a:lnTo>
                    <a:pt x="0" y="1866"/>
                  </a:lnTo>
                  <a:lnTo>
                    <a:pt x="1063" y="3707"/>
                  </a:lnTo>
                  <a:lnTo>
                    <a:pt x="1134" y="3669"/>
                  </a:lnTo>
                  <a:lnTo>
                    <a:pt x="90" y="1866"/>
                  </a:lnTo>
                  <a:lnTo>
                    <a:pt x="1120" y="86"/>
                  </a:lnTo>
                  <a:lnTo>
                    <a:pt x="3203" y="86"/>
                  </a:lnTo>
                  <a:lnTo>
                    <a:pt x="3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Montserrat ExtraBold"/>
              <a:buNone/>
              <a:defRPr sz="35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Char char="●"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jpg"/><Relationship Id="rId4" Type="http://schemas.openxmlformats.org/officeDocument/2006/relationships/image" Target="../media/image27.jpg"/><Relationship Id="rId5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45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Relationship Id="rId4" Type="http://schemas.openxmlformats.org/officeDocument/2006/relationships/image" Target="../media/image5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jpg"/><Relationship Id="rId4" Type="http://schemas.openxmlformats.org/officeDocument/2006/relationships/image" Target="../media/image67.png"/><Relationship Id="rId5" Type="http://schemas.openxmlformats.org/officeDocument/2006/relationships/image" Target="../media/image6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0.png"/><Relationship Id="rId4" Type="http://schemas.openxmlformats.org/officeDocument/2006/relationships/image" Target="../media/image66.png"/><Relationship Id="rId5" Type="http://schemas.openxmlformats.org/officeDocument/2006/relationships/image" Target="../media/image6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9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41.xml.rels><?xml version="1.0" encoding="UTF-8" standalone="yes"?><Relationships xmlns="http://schemas.openxmlformats.org/package/2006/relationships"><Relationship Id="rId11" Type="http://schemas.openxmlformats.org/officeDocument/2006/relationships/hyperlink" Target="https://ascopubs.org/doi/abs/10.1200/JCO.2018.36.15_suppl.12045" TargetMode="External"/><Relationship Id="rId10" Type="http://schemas.openxmlformats.org/officeDocument/2006/relationships/hyperlink" Target="https://www.sanger.ac.uk/news_item/1-10-mutations-are-needed-drive-cancer-scientists-find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pubmed.ncbi.nlm.nih.gov/26000489/" TargetMode="External"/><Relationship Id="rId4" Type="http://schemas.openxmlformats.org/officeDocument/2006/relationships/hyperlink" Target="https://portal.gdc.cancer.gov/exploration?filters=%7B%22content%22%3A%5B%7B%22content%22%3A%7B%22field%22%3A%22genes.is_cancer_gene_census%22%2C%22value%22%3A%5B%22true%22%5D%7D%2C%22op%22%3A%22in%22%7D%5D%2C%22op%22%3A%22and%22%7D" TargetMode="External"/><Relationship Id="rId9" Type="http://schemas.openxmlformats.org/officeDocument/2006/relationships/hyperlink" Target="https://www.nature.com/articles/bjc2013268#Tab1" TargetMode="External"/><Relationship Id="rId5" Type="http://schemas.openxmlformats.org/officeDocument/2006/relationships/hyperlink" Target="https://www.google.com/search?q=cell+journal&amp;source=lnms&amp;tbm=isch&amp;sa=X&amp;ved=2ahUKEwjOgtLV7In0AhWwoXIEHbAqC3kQ_AUoAnoECAEQBA&amp;biw=1797&amp;bih=817&amp;dpr=1#imgrc=HTERdPOrc0-NoM" TargetMode="External"/><Relationship Id="rId6" Type="http://schemas.openxmlformats.org/officeDocument/2006/relationships/hyperlink" Target="https://www.cancer.org/cancer/prostate-cancer/about/key-statistics.html" TargetMode="External"/><Relationship Id="rId7" Type="http://schemas.openxmlformats.org/officeDocument/2006/relationships/hyperlink" Target="https://cccnevada.com/prostate-cancer-by-the-numbers/" TargetMode="External"/><Relationship Id="rId8" Type="http://schemas.openxmlformats.org/officeDocument/2006/relationships/hyperlink" Target="https://twitter.com/brjcancer/status/920966252994203648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8"/>
          <p:cNvSpPr txBox="1"/>
          <p:nvPr>
            <p:ph type="ctrTitle"/>
          </p:nvPr>
        </p:nvSpPr>
        <p:spPr>
          <a:xfrm>
            <a:off x="963500" y="1978950"/>
            <a:ext cx="6695400" cy="360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Prostate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Cancer </a:t>
            </a:r>
            <a:endParaRPr/>
          </a:p>
        </p:txBody>
      </p:sp>
      <p:sp>
        <p:nvSpPr>
          <p:cNvPr id="1403" name="Google Shape;1403;p18"/>
          <p:cNvSpPr txBox="1"/>
          <p:nvPr>
            <p:ph idx="1" type="subTitle"/>
          </p:nvPr>
        </p:nvSpPr>
        <p:spPr>
          <a:xfrm>
            <a:off x="963501" y="5780069"/>
            <a:ext cx="75717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Alisa Tvorun Dunn, Ayush Chakraborty, Afsha Tabasum,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Parinitha Kompala, and Jessica Serrao </a:t>
            </a:r>
            <a:endParaRPr/>
          </a:p>
        </p:txBody>
      </p:sp>
      <p:grpSp>
        <p:nvGrpSpPr>
          <p:cNvPr id="1404" name="Google Shape;1404;p18"/>
          <p:cNvGrpSpPr/>
          <p:nvPr/>
        </p:nvGrpSpPr>
        <p:grpSpPr>
          <a:xfrm flipH="1">
            <a:off x="7599083" y="2749055"/>
            <a:ext cx="2129416" cy="4454236"/>
            <a:chOff x="7994508" y="3763076"/>
            <a:chExt cx="628591" cy="1314865"/>
          </a:xfrm>
        </p:grpSpPr>
        <p:sp>
          <p:nvSpPr>
            <p:cNvPr id="1405" name="Google Shape;1405;p18"/>
            <p:cNvSpPr/>
            <p:nvPr/>
          </p:nvSpPr>
          <p:spPr>
            <a:xfrm>
              <a:off x="7994508" y="4993246"/>
              <a:ext cx="451916" cy="84694"/>
            </a:xfrm>
            <a:custGeom>
              <a:rect b="b" l="l" r="r" t="t"/>
              <a:pathLst>
                <a:path extrusionOk="0" h="2778" w="14823">
                  <a:moveTo>
                    <a:pt x="7414" y="0"/>
                  </a:moveTo>
                  <a:cubicBezTo>
                    <a:pt x="3318" y="0"/>
                    <a:pt x="1" y="622"/>
                    <a:pt x="1" y="1391"/>
                  </a:cubicBezTo>
                  <a:cubicBezTo>
                    <a:pt x="1" y="2156"/>
                    <a:pt x="3318" y="2777"/>
                    <a:pt x="7414" y="2777"/>
                  </a:cubicBezTo>
                  <a:cubicBezTo>
                    <a:pt x="11505" y="2777"/>
                    <a:pt x="14822" y="2156"/>
                    <a:pt x="14822" y="1391"/>
                  </a:cubicBezTo>
                  <a:cubicBezTo>
                    <a:pt x="14822" y="622"/>
                    <a:pt x="11505" y="0"/>
                    <a:pt x="74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8124294" y="4938399"/>
              <a:ext cx="130426" cy="114785"/>
            </a:xfrm>
            <a:custGeom>
              <a:rect b="b" l="l" r="r" t="t"/>
              <a:pathLst>
                <a:path extrusionOk="0" h="3765" w="4278">
                  <a:moveTo>
                    <a:pt x="0" y="1"/>
                  </a:moveTo>
                  <a:lnTo>
                    <a:pt x="143" y="3480"/>
                  </a:lnTo>
                  <a:cubicBezTo>
                    <a:pt x="143" y="3480"/>
                    <a:pt x="2424" y="3765"/>
                    <a:pt x="3447" y="3765"/>
                  </a:cubicBezTo>
                  <a:cubicBezTo>
                    <a:pt x="4243" y="3765"/>
                    <a:pt x="4277" y="3592"/>
                    <a:pt x="1880" y="2977"/>
                  </a:cubicBezTo>
                  <a:lnTo>
                    <a:pt x="1871" y="14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8104172" y="4537885"/>
              <a:ext cx="121584" cy="472343"/>
            </a:xfrm>
            <a:custGeom>
              <a:rect b="b" l="l" r="r" t="t"/>
              <a:pathLst>
                <a:path extrusionOk="0" h="15493" w="3988">
                  <a:moveTo>
                    <a:pt x="3987" y="1"/>
                  </a:moveTo>
                  <a:lnTo>
                    <a:pt x="143" y="983"/>
                  </a:lnTo>
                  <a:cubicBezTo>
                    <a:pt x="143" y="983"/>
                    <a:pt x="1" y="12664"/>
                    <a:pt x="191" y="15492"/>
                  </a:cubicBezTo>
                  <a:lnTo>
                    <a:pt x="3120" y="15426"/>
                  </a:lnTo>
                  <a:lnTo>
                    <a:pt x="39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8240207" y="4924832"/>
              <a:ext cx="130456" cy="114755"/>
            </a:xfrm>
            <a:custGeom>
              <a:rect b="b" l="l" r="r" t="t"/>
              <a:pathLst>
                <a:path extrusionOk="0" h="3764" w="4279">
                  <a:moveTo>
                    <a:pt x="0" y="0"/>
                  </a:moveTo>
                  <a:lnTo>
                    <a:pt x="143" y="3479"/>
                  </a:lnTo>
                  <a:cubicBezTo>
                    <a:pt x="143" y="3479"/>
                    <a:pt x="2421" y="3764"/>
                    <a:pt x="3445" y="3764"/>
                  </a:cubicBezTo>
                  <a:cubicBezTo>
                    <a:pt x="4243" y="3764"/>
                    <a:pt x="4279" y="3591"/>
                    <a:pt x="1880" y="2976"/>
                  </a:cubicBezTo>
                  <a:lnTo>
                    <a:pt x="1875" y="1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8220085" y="4524287"/>
              <a:ext cx="121584" cy="472465"/>
            </a:xfrm>
            <a:custGeom>
              <a:rect b="b" l="l" r="r" t="t"/>
              <a:pathLst>
                <a:path extrusionOk="0" h="15497" w="3988">
                  <a:moveTo>
                    <a:pt x="3988" y="0"/>
                  </a:moveTo>
                  <a:lnTo>
                    <a:pt x="143" y="983"/>
                  </a:lnTo>
                  <a:cubicBezTo>
                    <a:pt x="143" y="983"/>
                    <a:pt x="1" y="12663"/>
                    <a:pt x="190" y="15496"/>
                  </a:cubicBezTo>
                  <a:lnTo>
                    <a:pt x="3119" y="15426"/>
                  </a:lnTo>
                  <a:lnTo>
                    <a:pt x="39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8080910" y="3982982"/>
              <a:ext cx="240333" cy="144694"/>
            </a:xfrm>
            <a:custGeom>
              <a:rect b="b" l="l" r="r" t="t"/>
              <a:pathLst>
                <a:path extrusionOk="0" h="4746" w="7883">
                  <a:moveTo>
                    <a:pt x="2790" y="1"/>
                  </a:moveTo>
                  <a:lnTo>
                    <a:pt x="3028" y="2658"/>
                  </a:lnTo>
                  <a:cubicBezTo>
                    <a:pt x="3028" y="2658"/>
                    <a:pt x="2981" y="2657"/>
                    <a:pt x="2898" y="2657"/>
                  </a:cubicBezTo>
                  <a:cubicBezTo>
                    <a:pt x="2318" y="2657"/>
                    <a:pt x="1" y="2726"/>
                    <a:pt x="242" y="3835"/>
                  </a:cubicBezTo>
                  <a:cubicBezTo>
                    <a:pt x="385" y="4510"/>
                    <a:pt x="2375" y="4745"/>
                    <a:pt x="4252" y="4745"/>
                  </a:cubicBezTo>
                  <a:cubicBezTo>
                    <a:pt x="5913" y="4745"/>
                    <a:pt x="7486" y="4561"/>
                    <a:pt x="7613" y="4334"/>
                  </a:cubicBezTo>
                  <a:cubicBezTo>
                    <a:pt x="7883" y="3850"/>
                    <a:pt x="5121" y="2948"/>
                    <a:pt x="5121" y="2948"/>
                  </a:cubicBezTo>
                  <a:lnTo>
                    <a:pt x="5149" y="1595"/>
                  </a:lnTo>
                  <a:lnTo>
                    <a:pt x="2790" y="1"/>
                  </a:lnTo>
                  <a:close/>
                </a:path>
              </a:pathLst>
            </a:custGeom>
            <a:solidFill>
              <a:srgbClr val="F7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8065239" y="4032463"/>
              <a:ext cx="265577" cy="288839"/>
            </a:xfrm>
            <a:custGeom>
              <a:rect b="b" l="l" r="r" t="t"/>
              <a:pathLst>
                <a:path extrusionOk="0" h="9474" w="8711">
                  <a:moveTo>
                    <a:pt x="3181" y="1"/>
                  </a:moveTo>
                  <a:lnTo>
                    <a:pt x="3190" y="987"/>
                  </a:lnTo>
                  <a:cubicBezTo>
                    <a:pt x="3190" y="987"/>
                    <a:pt x="2883" y="935"/>
                    <a:pt x="2469" y="935"/>
                  </a:cubicBezTo>
                  <a:cubicBezTo>
                    <a:pt x="1672" y="935"/>
                    <a:pt x="479" y="1129"/>
                    <a:pt x="291" y="2264"/>
                  </a:cubicBezTo>
                  <a:cubicBezTo>
                    <a:pt x="1" y="3988"/>
                    <a:pt x="1321" y="8292"/>
                    <a:pt x="1321" y="8292"/>
                  </a:cubicBezTo>
                  <a:lnTo>
                    <a:pt x="8710" y="9473"/>
                  </a:lnTo>
                  <a:cubicBezTo>
                    <a:pt x="8710" y="9473"/>
                    <a:pt x="8469" y="3427"/>
                    <a:pt x="8098" y="2768"/>
                  </a:cubicBezTo>
                  <a:cubicBezTo>
                    <a:pt x="7728" y="2108"/>
                    <a:pt x="5924" y="1335"/>
                    <a:pt x="5924" y="1335"/>
                  </a:cubicBezTo>
                  <a:lnTo>
                    <a:pt x="5882" y="860"/>
                  </a:lnTo>
                  <a:lnTo>
                    <a:pt x="3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8060361" y="4057158"/>
              <a:ext cx="330667" cy="715450"/>
            </a:xfrm>
            <a:custGeom>
              <a:rect b="b" l="l" r="r" t="t"/>
              <a:pathLst>
                <a:path extrusionOk="0" h="23467" w="10846">
                  <a:moveTo>
                    <a:pt x="2901" y="0"/>
                  </a:moveTo>
                  <a:cubicBezTo>
                    <a:pt x="2206" y="0"/>
                    <a:pt x="90" y="166"/>
                    <a:pt x="189" y="2195"/>
                  </a:cubicBezTo>
                  <a:cubicBezTo>
                    <a:pt x="309" y="4620"/>
                    <a:pt x="233" y="10121"/>
                    <a:pt x="233" y="10121"/>
                  </a:cubicBezTo>
                  <a:lnTo>
                    <a:pt x="0" y="22722"/>
                  </a:lnTo>
                  <a:lnTo>
                    <a:pt x="6578" y="23467"/>
                  </a:lnTo>
                  <a:lnTo>
                    <a:pt x="6830" y="17990"/>
                  </a:lnTo>
                  <a:lnTo>
                    <a:pt x="7604" y="23425"/>
                  </a:lnTo>
                  <a:lnTo>
                    <a:pt x="10845" y="22579"/>
                  </a:lnTo>
                  <a:cubicBezTo>
                    <a:pt x="10845" y="22579"/>
                    <a:pt x="9744" y="5844"/>
                    <a:pt x="9317" y="2878"/>
                  </a:cubicBezTo>
                  <a:cubicBezTo>
                    <a:pt x="9032" y="896"/>
                    <a:pt x="7901" y="566"/>
                    <a:pt x="7180" y="566"/>
                  </a:cubicBezTo>
                  <a:cubicBezTo>
                    <a:pt x="6821" y="566"/>
                    <a:pt x="6564" y="648"/>
                    <a:pt x="6564" y="648"/>
                  </a:cubicBezTo>
                  <a:lnTo>
                    <a:pt x="5696" y="7250"/>
                  </a:lnTo>
                  <a:lnTo>
                    <a:pt x="3118" y="7"/>
                  </a:lnTo>
                  <a:cubicBezTo>
                    <a:pt x="3118" y="7"/>
                    <a:pt x="3036" y="0"/>
                    <a:pt x="2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8233988" y="4060817"/>
              <a:ext cx="65548" cy="217376"/>
            </a:xfrm>
            <a:custGeom>
              <a:rect b="b" l="l" r="r" t="t"/>
              <a:pathLst>
                <a:path extrusionOk="0" h="7130" w="2150">
                  <a:moveTo>
                    <a:pt x="859" y="0"/>
                  </a:moveTo>
                  <a:lnTo>
                    <a:pt x="1" y="7130"/>
                  </a:lnTo>
                  <a:lnTo>
                    <a:pt x="2132" y="2488"/>
                  </a:lnTo>
                  <a:lnTo>
                    <a:pt x="1068" y="2232"/>
                  </a:lnTo>
                  <a:lnTo>
                    <a:pt x="2150" y="2284"/>
                  </a:lnTo>
                  <a:lnTo>
                    <a:pt x="1747" y="22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8131977" y="4041579"/>
              <a:ext cx="102773" cy="239235"/>
            </a:xfrm>
            <a:custGeom>
              <a:rect b="b" l="l" r="r" t="t"/>
              <a:pathLst>
                <a:path extrusionOk="0" h="7847" w="3371">
                  <a:moveTo>
                    <a:pt x="821" y="0"/>
                  </a:moveTo>
                  <a:lnTo>
                    <a:pt x="57" y="68"/>
                  </a:lnTo>
                  <a:lnTo>
                    <a:pt x="0" y="2217"/>
                  </a:lnTo>
                  <a:lnTo>
                    <a:pt x="1078" y="2108"/>
                  </a:lnTo>
                  <a:lnTo>
                    <a:pt x="1078" y="2108"/>
                  </a:lnTo>
                  <a:lnTo>
                    <a:pt x="28" y="2416"/>
                  </a:lnTo>
                  <a:lnTo>
                    <a:pt x="3371" y="7846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8233988" y="4060817"/>
              <a:ext cx="66432" cy="217376"/>
            </a:xfrm>
            <a:custGeom>
              <a:rect b="b" l="l" r="r" t="t"/>
              <a:pathLst>
                <a:path extrusionOk="0" h="7130" w="2179">
                  <a:moveTo>
                    <a:pt x="859" y="0"/>
                  </a:moveTo>
                  <a:lnTo>
                    <a:pt x="1739" y="238"/>
                  </a:lnTo>
                  <a:lnTo>
                    <a:pt x="1932" y="1259"/>
                  </a:lnTo>
                  <a:lnTo>
                    <a:pt x="2126" y="2259"/>
                  </a:lnTo>
                  <a:lnTo>
                    <a:pt x="2126" y="2259"/>
                  </a:lnTo>
                  <a:lnTo>
                    <a:pt x="1074" y="2208"/>
                  </a:lnTo>
                  <a:lnTo>
                    <a:pt x="1074" y="2208"/>
                  </a:lnTo>
                  <a:lnTo>
                    <a:pt x="1072" y="2208"/>
                  </a:lnTo>
                  <a:lnTo>
                    <a:pt x="1072" y="2208"/>
                  </a:lnTo>
                  <a:lnTo>
                    <a:pt x="1072" y="2208"/>
                  </a:lnTo>
                  <a:lnTo>
                    <a:pt x="1068" y="2208"/>
                  </a:lnTo>
                  <a:lnTo>
                    <a:pt x="1063" y="2250"/>
                  </a:lnTo>
                  <a:lnTo>
                    <a:pt x="1068" y="2251"/>
                  </a:lnTo>
                  <a:lnTo>
                    <a:pt x="1068" y="2256"/>
                  </a:lnTo>
                  <a:lnTo>
                    <a:pt x="1090" y="2257"/>
                  </a:lnTo>
                  <a:lnTo>
                    <a:pt x="1090" y="2257"/>
                  </a:lnTo>
                  <a:lnTo>
                    <a:pt x="2096" y="2505"/>
                  </a:lnTo>
                  <a:lnTo>
                    <a:pt x="2096" y="2505"/>
                  </a:lnTo>
                  <a:lnTo>
                    <a:pt x="1050" y="4799"/>
                  </a:lnTo>
                  <a:lnTo>
                    <a:pt x="522" y="5967"/>
                  </a:lnTo>
                  <a:lnTo>
                    <a:pt x="1" y="7130"/>
                  </a:lnTo>
                  <a:lnTo>
                    <a:pt x="542" y="5976"/>
                  </a:lnTo>
                  <a:lnTo>
                    <a:pt x="1083" y="4819"/>
                  </a:lnTo>
                  <a:lnTo>
                    <a:pt x="2150" y="2497"/>
                  </a:lnTo>
                  <a:lnTo>
                    <a:pt x="2165" y="2469"/>
                  </a:lnTo>
                  <a:lnTo>
                    <a:pt x="2136" y="2464"/>
                  </a:lnTo>
                  <a:lnTo>
                    <a:pt x="1315" y="2266"/>
                  </a:lnTo>
                  <a:lnTo>
                    <a:pt x="1315" y="2266"/>
                  </a:lnTo>
                  <a:lnTo>
                    <a:pt x="2150" y="2302"/>
                  </a:lnTo>
                  <a:lnTo>
                    <a:pt x="2178" y="2302"/>
                  </a:lnTo>
                  <a:lnTo>
                    <a:pt x="2174" y="2279"/>
                  </a:lnTo>
                  <a:lnTo>
                    <a:pt x="1965" y="1253"/>
                  </a:lnTo>
                  <a:lnTo>
                    <a:pt x="1751" y="228"/>
                  </a:lnTo>
                  <a:lnTo>
                    <a:pt x="1751" y="219"/>
                  </a:lnTo>
                  <a:lnTo>
                    <a:pt x="1747" y="219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8131397" y="4041579"/>
              <a:ext cx="103353" cy="239235"/>
            </a:xfrm>
            <a:custGeom>
              <a:rect b="b" l="l" r="r" t="t"/>
              <a:pathLst>
                <a:path extrusionOk="0" h="7847" w="3390">
                  <a:moveTo>
                    <a:pt x="840" y="0"/>
                  </a:moveTo>
                  <a:lnTo>
                    <a:pt x="71" y="62"/>
                  </a:lnTo>
                  <a:lnTo>
                    <a:pt x="67" y="62"/>
                  </a:lnTo>
                  <a:lnTo>
                    <a:pt x="67" y="68"/>
                  </a:lnTo>
                  <a:lnTo>
                    <a:pt x="34" y="1139"/>
                  </a:lnTo>
                  <a:lnTo>
                    <a:pt x="1" y="2217"/>
                  </a:lnTo>
                  <a:lnTo>
                    <a:pt x="1" y="2236"/>
                  </a:lnTo>
                  <a:lnTo>
                    <a:pt x="19" y="2236"/>
                  </a:lnTo>
                  <a:lnTo>
                    <a:pt x="892" y="2148"/>
                  </a:lnTo>
                  <a:lnTo>
                    <a:pt x="892" y="2148"/>
                  </a:lnTo>
                  <a:lnTo>
                    <a:pt x="43" y="2397"/>
                  </a:lnTo>
                  <a:lnTo>
                    <a:pt x="14" y="2407"/>
                  </a:lnTo>
                  <a:lnTo>
                    <a:pt x="29" y="2431"/>
                  </a:lnTo>
                  <a:lnTo>
                    <a:pt x="864" y="3788"/>
                  </a:lnTo>
                  <a:lnTo>
                    <a:pt x="1704" y="5141"/>
                  </a:lnTo>
                  <a:lnTo>
                    <a:pt x="2544" y="6493"/>
                  </a:lnTo>
                  <a:lnTo>
                    <a:pt x="3390" y="7846"/>
                  </a:lnTo>
                  <a:lnTo>
                    <a:pt x="2564" y="6479"/>
                  </a:lnTo>
                  <a:lnTo>
                    <a:pt x="1738" y="5122"/>
                  </a:lnTo>
                  <a:lnTo>
                    <a:pt x="902" y="3764"/>
                  </a:lnTo>
                  <a:lnTo>
                    <a:pt x="83" y="2433"/>
                  </a:lnTo>
                  <a:lnTo>
                    <a:pt x="83" y="2433"/>
                  </a:lnTo>
                  <a:lnTo>
                    <a:pt x="1101" y="2127"/>
                  </a:lnTo>
                  <a:lnTo>
                    <a:pt x="1097" y="2084"/>
                  </a:lnTo>
                  <a:lnTo>
                    <a:pt x="39" y="2195"/>
                  </a:lnTo>
                  <a:lnTo>
                    <a:pt x="39" y="2195"/>
                  </a:lnTo>
                  <a:lnTo>
                    <a:pt x="62" y="1144"/>
                  </a:lnTo>
                  <a:lnTo>
                    <a:pt x="80" y="76"/>
                  </a:lnTo>
                  <a:lnTo>
                    <a:pt x="80" y="76"/>
                  </a:lnTo>
                  <a:lnTo>
                    <a:pt x="8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8269871" y="4075420"/>
              <a:ext cx="111737" cy="168596"/>
            </a:xfrm>
            <a:custGeom>
              <a:rect b="b" l="l" r="r" t="t"/>
              <a:pathLst>
                <a:path extrusionOk="0" h="5530" w="3665">
                  <a:moveTo>
                    <a:pt x="146" y="1"/>
                  </a:moveTo>
                  <a:cubicBezTo>
                    <a:pt x="122" y="1"/>
                    <a:pt x="98" y="7"/>
                    <a:pt x="77" y="20"/>
                  </a:cubicBezTo>
                  <a:cubicBezTo>
                    <a:pt x="20" y="58"/>
                    <a:pt x="0" y="134"/>
                    <a:pt x="38" y="191"/>
                  </a:cubicBezTo>
                  <a:lnTo>
                    <a:pt x="3413" y="5473"/>
                  </a:lnTo>
                  <a:cubicBezTo>
                    <a:pt x="3437" y="5510"/>
                    <a:pt x="3480" y="5529"/>
                    <a:pt x="3522" y="5529"/>
                  </a:cubicBezTo>
                  <a:cubicBezTo>
                    <a:pt x="3545" y="5529"/>
                    <a:pt x="3568" y="5523"/>
                    <a:pt x="3588" y="5512"/>
                  </a:cubicBezTo>
                  <a:cubicBezTo>
                    <a:pt x="3645" y="5473"/>
                    <a:pt x="3665" y="5393"/>
                    <a:pt x="3626" y="5336"/>
                  </a:cubicBezTo>
                  <a:lnTo>
                    <a:pt x="252" y="58"/>
                  </a:lnTo>
                  <a:cubicBezTo>
                    <a:pt x="228" y="21"/>
                    <a:pt x="188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8308804" y="4148773"/>
              <a:ext cx="68749" cy="74298"/>
            </a:xfrm>
            <a:custGeom>
              <a:rect b="b" l="l" r="r" t="t"/>
              <a:pathLst>
                <a:path extrusionOk="0" h="2437" w="2255">
                  <a:moveTo>
                    <a:pt x="956" y="1"/>
                  </a:moveTo>
                  <a:cubicBezTo>
                    <a:pt x="660" y="1"/>
                    <a:pt x="0" y="1288"/>
                    <a:pt x="0" y="1288"/>
                  </a:cubicBezTo>
                  <a:lnTo>
                    <a:pt x="859" y="2436"/>
                  </a:lnTo>
                  <a:lnTo>
                    <a:pt x="2254" y="576"/>
                  </a:lnTo>
                  <a:cubicBezTo>
                    <a:pt x="2254" y="576"/>
                    <a:pt x="1253" y="35"/>
                    <a:pt x="968" y="2"/>
                  </a:cubicBezTo>
                  <a:cubicBezTo>
                    <a:pt x="964" y="1"/>
                    <a:pt x="960" y="1"/>
                    <a:pt x="956" y="1"/>
                  </a:cubicBezTo>
                  <a:close/>
                </a:path>
              </a:pathLst>
            </a:custGeom>
            <a:solidFill>
              <a:srgbClr val="FFBD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8266243" y="4180480"/>
              <a:ext cx="74237" cy="82956"/>
            </a:xfrm>
            <a:custGeom>
              <a:rect b="b" l="l" r="r" t="t"/>
              <a:pathLst>
                <a:path extrusionOk="0" h="2721" w="2435">
                  <a:moveTo>
                    <a:pt x="1396" y="1"/>
                  </a:moveTo>
                  <a:lnTo>
                    <a:pt x="214" y="964"/>
                  </a:lnTo>
                  <a:lnTo>
                    <a:pt x="1" y="2721"/>
                  </a:lnTo>
                  <a:lnTo>
                    <a:pt x="2435" y="1358"/>
                  </a:lnTo>
                  <a:lnTo>
                    <a:pt x="1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8035910" y="4056731"/>
              <a:ext cx="300241" cy="283107"/>
            </a:xfrm>
            <a:custGeom>
              <a:rect b="b" l="l" r="r" t="t"/>
              <a:pathLst>
                <a:path extrusionOk="0" h="9286" w="9848">
                  <a:moveTo>
                    <a:pt x="2823" y="0"/>
                  </a:moveTo>
                  <a:cubicBezTo>
                    <a:pt x="2166" y="0"/>
                    <a:pt x="697" y="127"/>
                    <a:pt x="393" y="1231"/>
                  </a:cubicBezTo>
                  <a:cubicBezTo>
                    <a:pt x="0" y="2660"/>
                    <a:pt x="2292" y="9286"/>
                    <a:pt x="4300" y="9286"/>
                  </a:cubicBezTo>
                  <a:cubicBezTo>
                    <a:pt x="6303" y="9286"/>
                    <a:pt x="9848" y="5707"/>
                    <a:pt x="9848" y="5707"/>
                  </a:cubicBezTo>
                  <a:lnTo>
                    <a:pt x="8699" y="4131"/>
                  </a:lnTo>
                  <a:lnTo>
                    <a:pt x="4798" y="6566"/>
                  </a:lnTo>
                  <a:lnTo>
                    <a:pt x="3009" y="1910"/>
                  </a:lnTo>
                  <a:lnTo>
                    <a:pt x="3142" y="11"/>
                  </a:lnTo>
                  <a:cubicBezTo>
                    <a:pt x="3142" y="11"/>
                    <a:pt x="3018" y="0"/>
                    <a:pt x="2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8046459" y="4094292"/>
              <a:ext cx="290424" cy="246095"/>
            </a:xfrm>
            <a:custGeom>
              <a:rect b="b" l="l" r="r" t="t"/>
              <a:pathLst>
                <a:path extrusionOk="0" h="8072" w="9526">
                  <a:moveTo>
                    <a:pt x="47" y="0"/>
                  </a:moveTo>
                  <a:cubicBezTo>
                    <a:pt x="5" y="162"/>
                    <a:pt x="1" y="332"/>
                    <a:pt x="5" y="497"/>
                  </a:cubicBezTo>
                  <a:cubicBezTo>
                    <a:pt x="10" y="668"/>
                    <a:pt x="25" y="834"/>
                    <a:pt x="47" y="1001"/>
                  </a:cubicBezTo>
                  <a:cubicBezTo>
                    <a:pt x="91" y="1333"/>
                    <a:pt x="157" y="1665"/>
                    <a:pt x="233" y="1993"/>
                  </a:cubicBezTo>
                  <a:cubicBezTo>
                    <a:pt x="395" y="2648"/>
                    <a:pt x="594" y="3288"/>
                    <a:pt x="831" y="3920"/>
                  </a:cubicBezTo>
                  <a:cubicBezTo>
                    <a:pt x="1068" y="4551"/>
                    <a:pt x="1339" y="5167"/>
                    <a:pt x="1652" y="5761"/>
                  </a:cubicBezTo>
                  <a:cubicBezTo>
                    <a:pt x="1808" y="6060"/>
                    <a:pt x="1975" y="6354"/>
                    <a:pt x="2165" y="6634"/>
                  </a:cubicBezTo>
                  <a:cubicBezTo>
                    <a:pt x="2349" y="6915"/>
                    <a:pt x="2553" y="7185"/>
                    <a:pt x="2787" y="7427"/>
                  </a:cubicBezTo>
                  <a:cubicBezTo>
                    <a:pt x="2901" y="7550"/>
                    <a:pt x="3028" y="7664"/>
                    <a:pt x="3162" y="7769"/>
                  </a:cubicBezTo>
                  <a:cubicBezTo>
                    <a:pt x="3299" y="7868"/>
                    <a:pt x="3446" y="7953"/>
                    <a:pt x="3607" y="8010"/>
                  </a:cubicBezTo>
                  <a:cubicBezTo>
                    <a:pt x="3688" y="8039"/>
                    <a:pt x="3773" y="8058"/>
                    <a:pt x="3859" y="8067"/>
                  </a:cubicBezTo>
                  <a:cubicBezTo>
                    <a:pt x="3902" y="8072"/>
                    <a:pt x="3944" y="8072"/>
                    <a:pt x="3987" y="8072"/>
                  </a:cubicBezTo>
                  <a:lnTo>
                    <a:pt x="4049" y="8067"/>
                  </a:lnTo>
                  <a:lnTo>
                    <a:pt x="4115" y="8063"/>
                  </a:lnTo>
                  <a:cubicBezTo>
                    <a:pt x="4281" y="8054"/>
                    <a:pt x="4448" y="8015"/>
                    <a:pt x="4614" y="7968"/>
                  </a:cubicBezTo>
                  <a:cubicBezTo>
                    <a:pt x="4936" y="7873"/>
                    <a:pt x="5245" y="7736"/>
                    <a:pt x="5543" y="7583"/>
                  </a:cubicBezTo>
                  <a:cubicBezTo>
                    <a:pt x="5843" y="7427"/>
                    <a:pt x="6132" y="7252"/>
                    <a:pt x="6412" y="7066"/>
                  </a:cubicBezTo>
                  <a:cubicBezTo>
                    <a:pt x="6977" y="6696"/>
                    <a:pt x="7508" y="6284"/>
                    <a:pt x="8026" y="5846"/>
                  </a:cubicBezTo>
                  <a:cubicBezTo>
                    <a:pt x="8283" y="5633"/>
                    <a:pt x="8533" y="5410"/>
                    <a:pt x="8785" y="5182"/>
                  </a:cubicBezTo>
                  <a:cubicBezTo>
                    <a:pt x="9032" y="4954"/>
                    <a:pt x="9279" y="4726"/>
                    <a:pt x="9516" y="4490"/>
                  </a:cubicBezTo>
                  <a:lnTo>
                    <a:pt x="9526" y="4475"/>
                  </a:lnTo>
                  <a:lnTo>
                    <a:pt x="9516" y="4461"/>
                  </a:lnTo>
                  <a:lnTo>
                    <a:pt x="8368" y="2889"/>
                  </a:lnTo>
                  <a:lnTo>
                    <a:pt x="8358" y="2876"/>
                  </a:lnTo>
                  <a:lnTo>
                    <a:pt x="8344" y="2885"/>
                  </a:lnTo>
                  <a:lnTo>
                    <a:pt x="4460" y="5312"/>
                  </a:lnTo>
                  <a:lnTo>
                    <a:pt x="4460" y="5312"/>
                  </a:lnTo>
                  <a:lnTo>
                    <a:pt x="3057" y="1931"/>
                  </a:lnTo>
                  <a:lnTo>
                    <a:pt x="4443" y="5338"/>
                  </a:lnTo>
                  <a:lnTo>
                    <a:pt x="4448" y="5348"/>
                  </a:lnTo>
                  <a:lnTo>
                    <a:pt x="4461" y="5344"/>
                  </a:lnTo>
                  <a:lnTo>
                    <a:pt x="8349" y="2921"/>
                  </a:lnTo>
                  <a:lnTo>
                    <a:pt x="8349" y="2921"/>
                  </a:lnTo>
                  <a:lnTo>
                    <a:pt x="9476" y="4473"/>
                  </a:lnTo>
                  <a:lnTo>
                    <a:pt x="9476" y="4473"/>
                  </a:lnTo>
                  <a:cubicBezTo>
                    <a:pt x="9242" y="4702"/>
                    <a:pt x="8999" y="4930"/>
                    <a:pt x="8752" y="5149"/>
                  </a:cubicBezTo>
                  <a:cubicBezTo>
                    <a:pt x="8505" y="5377"/>
                    <a:pt x="8254" y="5600"/>
                    <a:pt x="7992" y="5813"/>
                  </a:cubicBezTo>
                  <a:cubicBezTo>
                    <a:pt x="7736" y="6027"/>
                    <a:pt x="7475" y="6240"/>
                    <a:pt x="7210" y="6440"/>
                  </a:cubicBezTo>
                  <a:cubicBezTo>
                    <a:pt x="6939" y="6644"/>
                    <a:pt x="6669" y="6843"/>
                    <a:pt x="6389" y="7029"/>
                  </a:cubicBezTo>
                  <a:cubicBezTo>
                    <a:pt x="6108" y="7213"/>
                    <a:pt x="5824" y="7388"/>
                    <a:pt x="5525" y="7546"/>
                  </a:cubicBezTo>
                  <a:cubicBezTo>
                    <a:pt x="5230" y="7697"/>
                    <a:pt x="4923" y="7835"/>
                    <a:pt x="4599" y="7930"/>
                  </a:cubicBezTo>
                  <a:cubicBezTo>
                    <a:pt x="4438" y="7977"/>
                    <a:pt x="4277" y="8010"/>
                    <a:pt x="4110" y="8025"/>
                  </a:cubicBezTo>
                  <a:lnTo>
                    <a:pt x="4049" y="8030"/>
                  </a:lnTo>
                  <a:lnTo>
                    <a:pt x="3987" y="8034"/>
                  </a:lnTo>
                  <a:cubicBezTo>
                    <a:pt x="3944" y="8034"/>
                    <a:pt x="3902" y="8034"/>
                    <a:pt x="3863" y="8030"/>
                  </a:cubicBezTo>
                  <a:cubicBezTo>
                    <a:pt x="3778" y="8021"/>
                    <a:pt x="3698" y="8001"/>
                    <a:pt x="3622" y="7977"/>
                  </a:cubicBezTo>
                  <a:cubicBezTo>
                    <a:pt x="3465" y="7920"/>
                    <a:pt x="3318" y="7835"/>
                    <a:pt x="3185" y="7736"/>
                  </a:cubicBezTo>
                  <a:cubicBezTo>
                    <a:pt x="3052" y="7640"/>
                    <a:pt x="2929" y="7526"/>
                    <a:pt x="2810" y="7403"/>
                  </a:cubicBezTo>
                  <a:cubicBezTo>
                    <a:pt x="2577" y="7161"/>
                    <a:pt x="2378" y="6895"/>
                    <a:pt x="2189" y="6615"/>
                  </a:cubicBezTo>
                  <a:cubicBezTo>
                    <a:pt x="2003" y="6335"/>
                    <a:pt x="1837" y="6046"/>
                    <a:pt x="1676" y="5747"/>
                  </a:cubicBezTo>
                  <a:cubicBezTo>
                    <a:pt x="1363" y="5154"/>
                    <a:pt x="1092" y="4536"/>
                    <a:pt x="855" y="3910"/>
                  </a:cubicBezTo>
                  <a:cubicBezTo>
                    <a:pt x="617" y="3283"/>
                    <a:pt x="408" y="2643"/>
                    <a:pt x="247" y="1988"/>
                  </a:cubicBezTo>
                  <a:cubicBezTo>
                    <a:pt x="167" y="1660"/>
                    <a:pt x="100" y="1333"/>
                    <a:pt x="53" y="1001"/>
                  </a:cubicBezTo>
                  <a:cubicBezTo>
                    <a:pt x="29" y="834"/>
                    <a:pt x="14" y="668"/>
                    <a:pt x="10" y="497"/>
                  </a:cubicBezTo>
                  <a:cubicBezTo>
                    <a:pt x="5" y="332"/>
                    <a:pt x="5" y="162"/>
                    <a:pt x="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8285938" y="4110603"/>
              <a:ext cx="204053" cy="262101"/>
            </a:xfrm>
            <a:custGeom>
              <a:rect b="b" l="l" r="r" t="t"/>
              <a:pathLst>
                <a:path extrusionOk="0" h="8597" w="6693">
                  <a:moveTo>
                    <a:pt x="1951" y="1"/>
                  </a:moveTo>
                  <a:lnTo>
                    <a:pt x="1" y="7333"/>
                  </a:lnTo>
                  <a:lnTo>
                    <a:pt x="4741" y="8596"/>
                  </a:lnTo>
                  <a:lnTo>
                    <a:pt x="6693" y="1258"/>
                  </a:lnTo>
                  <a:lnTo>
                    <a:pt x="19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8388529" y="4113621"/>
              <a:ext cx="64268" cy="35640"/>
            </a:xfrm>
            <a:custGeom>
              <a:rect b="b" l="l" r="r" t="t"/>
              <a:pathLst>
                <a:path extrusionOk="0" h="1169" w="2108">
                  <a:moveTo>
                    <a:pt x="171" y="1"/>
                  </a:moveTo>
                  <a:lnTo>
                    <a:pt x="0" y="651"/>
                  </a:lnTo>
                  <a:lnTo>
                    <a:pt x="1937" y="1169"/>
                  </a:lnTo>
                  <a:lnTo>
                    <a:pt x="2108" y="514"/>
                  </a:lnTo>
                  <a:lnTo>
                    <a:pt x="1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8428803" y="4209291"/>
              <a:ext cx="52499" cy="66432"/>
            </a:xfrm>
            <a:custGeom>
              <a:rect b="b" l="l" r="r" t="t"/>
              <a:pathLst>
                <a:path extrusionOk="0" h="2179" w="1722">
                  <a:moveTo>
                    <a:pt x="610" y="1"/>
                  </a:moveTo>
                  <a:cubicBezTo>
                    <a:pt x="492" y="1"/>
                    <a:pt x="555" y="138"/>
                    <a:pt x="1043" y="556"/>
                  </a:cubicBezTo>
                  <a:cubicBezTo>
                    <a:pt x="1043" y="556"/>
                    <a:pt x="440" y="359"/>
                    <a:pt x="223" y="359"/>
                  </a:cubicBezTo>
                  <a:cubicBezTo>
                    <a:pt x="48" y="359"/>
                    <a:pt x="124" y="487"/>
                    <a:pt x="971" y="950"/>
                  </a:cubicBezTo>
                  <a:cubicBezTo>
                    <a:pt x="971" y="950"/>
                    <a:pt x="386" y="784"/>
                    <a:pt x="172" y="784"/>
                  </a:cubicBezTo>
                  <a:cubicBezTo>
                    <a:pt x="0" y="784"/>
                    <a:pt x="67" y="890"/>
                    <a:pt x="862" y="1272"/>
                  </a:cubicBezTo>
                  <a:cubicBezTo>
                    <a:pt x="862" y="1272"/>
                    <a:pt x="459" y="1192"/>
                    <a:pt x="250" y="1192"/>
                  </a:cubicBezTo>
                  <a:cubicBezTo>
                    <a:pt x="18" y="1192"/>
                    <a:pt x="24" y="1290"/>
                    <a:pt x="1076" y="1704"/>
                  </a:cubicBezTo>
                  <a:lnTo>
                    <a:pt x="901" y="2170"/>
                  </a:lnTo>
                  <a:cubicBezTo>
                    <a:pt x="901" y="2170"/>
                    <a:pt x="920" y="2178"/>
                    <a:pt x="954" y="2178"/>
                  </a:cubicBezTo>
                  <a:cubicBezTo>
                    <a:pt x="1080" y="2178"/>
                    <a:pt x="1404" y="2067"/>
                    <a:pt x="1683" y="1025"/>
                  </a:cubicBezTo>
                  <a:cubicBezTo>
                    <a:pt x="1683" y="1025"/>
                    <a:pt x="1722" y="665"/>
                    <a:pt x="1580" y="484"/>
                  </a:cubicBezTo>
                  <a:cubicBezTo>
                    <a:pt x="1491" y="375"/>
                    <a:pt x="804" y="1"/>
                    <a:pt x="610" y="1"/>
                  </a:cubicBezTo>
                  <a:close/>
                </a:path>
              </a:pathLst>
            </a:custGeom>
            <a:solidFill>
              <a:srgbClr val="FFBD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8136885" y="3833929"/>
              <a:ext cx="177834" cy="216248"/>
            </a:xfrm>
            <a:custGeom>
              <a:rect b="b" l="l" r="r" t="t"/>
              <a:pathLst>
                <a:path extrusionOk="0" h="7093" w="5833">
                  <a:moveTo>
                    <a:pt x="3442" y="0"/>
                  </a:moveTo>
                  <a:cubicBezTo>
                    <a:pt x="2932" y="0"/>
                    <a:pt x="2535" y="305"/>
                    <a:pt x="2535" y="305"/>
                  </a:cubicBezTo>
                  <a:cubicBezTo>
                    <a:pt x="2535" y="305"/>
                    <a:pt x="1538" y="409"/>
                    <a:pt x="770" y="1302"/>
                  </a:cubicBezTo>
                  <a:cubicBezTo>
                    <a:pt x="1" y="2198"/>
                    <a:pt x="546" y="6019"/>
                    <a:pt x="2378" y="6816"/>
                  </a:cubicBezTo>
                  <a:cubicBezTo>
                    <a:pt x="2817" y="7006"/>
                    <a:pt x="3209" y="7093"/>
                    <a:pt x="3553" y="7093"/>
                  </a:cubicBezTo>
                  <a:cubicBezTo>
                    <a:pt x="5296" y="7093"/>
                    <a:pt x="5833" y="4861"/>
                    <a:pt x="5274" y="2388"/>
                  </a:cubicBezTo>
                  <a:cubicBezTo>
                    <a:pt x="4831" y="442"/>
                    <a:pt x="4055" y="0"/>
                    <a:pt x="3442" y="0"/>
                  </a:cubicBezTo>
                  <a:close/>
                </a:path>
              </a:pathLst>
            </a:custGeom>
            <a:solidFill>
              <a:srgbClr val="FFBD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8140635" y="3950269"/>
              <a:ext cx="16128" cy="23933"/>
            </a:xfrm>
            <a:custGeom>
              <a:rect b="b" l="l" r="r" t="t"/>
              <a:pathLst>
                <a:path extrusionOk="0" h="785" w="529">
                  <a:moveTo>
                    <a:pt x="1" y="1"/>
                  </a:moveTo>
                  <a:cubicBezTo>
                    <a:pt x="58" y="404"/>
                    <a:pt x="286" y="665"/>
                    <a:pt x="528" y="784"/>
                  </a:cubicBezTo>
                  <a:cubicBezTo>
                    <a:pt x="386" y="594"/>
                    <a:pt x="196" y="323"/>
                    <a:pt x="1" y="1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8115788" y="3776368"/>
              <a:ext cx="226309" cy="290576"/>
            </a:xfrm>
            <a:custGeom>
              <a:rect b="b" l="l" r="r" t="t"/>
              <a:pathLst>
                <a:path extrusionOk="0" h="9531" w="7423">
                  <a:moveTo>
                    <a:pt x="5942" y="0"/>
                  </a:moveTo>
                  <a:cubicBezTo>
                    <a:pt x="5942" y="1"/>
                    <a:pt x="5727" y="1073"/>
                    <a:pt x="4737" y="1073"/>
                  </a:cubicBezTo>
                  <a:cubicBezTo>
                    <a:pt x="4560" y="1073"/>
                    <a:pt x="4359" y="1039"/>
                    <a:pt x="4129" y="958"/>
                  </a:cubicBezTo>
                  <a:cubicBezTo>
                    <a:pt x="3733" y="819"/>
                    <a:pt x="3372" y="758"/>
                    <a:pt x="3049" y="758"/>
                  </a:cubicBezTo>
                  <a:cubicBezTo>
                    <a:pt x="2149" y="758"/>
                    <a:pt x="1548" y="1236"/>
                    <a:pt x="1324" y="1851"/>
                  </a:cubicBezTo>
                  <a:cubicBezTo>
                    <a:pt x="1304" y="1850"/>
                    <a:pt x="1282" y="1850"/>
                    <a:pt x="1258" y="1850"/>
                  </a:cubicBezTo>
                  <a:cubicBezTo>
                    <a:pt x="861" y="1850"/>
                    <a:pt x="22" y="1998"/>
                    <a:pt x="9" y="3293"/>
                  </a:cubicBezTo>
                  <a:cubicBezTo>
                    <a:pt x="0" y="4134"/>
                    <a:pt x="413" y="5030"/>
                    <a:pt x="816" y="5705"/>
                  </a:cubicBezTo>
                  <a:cubicBezTo>
                    <a:pt x="807" y="5643"/>
                    <a:pt x="802" y="5582"/>
                    <a:pt x="802" y="5515"/>
                  </a:cubicBezTo>
                  <a:cubicBezTo>
                    <a:pt x="805" y="5205"/>
                    <a:pt x="970" y="5134"/>
                    <a:pt x="1122" y="5134"/>
                  </a:cubicBezTo>
                  <a:cubicBezTo>
                    <a:pt x="1210" y="5134"/>
                    <a:pt x="1293" y="5157"/>
                    <a:pt x="1339" y="5173"/>
                  </a:cubicBezTo>
                  <a:cubicBezTo>
                    <a:pt x="1357" y="5696"/>
                    <a:pt x="1400" y="6160"/>
                    <a:pt x="1462" y="6568"/>
                  </a:cubicBezTo>
                  <a:lnTo>
                    <a:pt x="1442" y="6535"/>
                  </a:lnTo>
                  <a:cubicBezTo>
                    <a:pt x="1409" y="6521"/>
                    <a:pt x="1376" y="6507"/>
                    <a:pt x="1343" y="6488"/>
                  </a:cubicBezTo>
                  <a:lnTo>
                    <a:pt x="1343" y="6488"/>
                  </a:lnTo>
                  <a:cubicBezTo>
                    <a:pt x="1396" y="6559"/>
                    <a:pt x="1442" y="6616"/>
                    <a:pt x="1475" y="6664"/>
                  </a:cubicBezTo>
                  <a:cubicBezTo>
                    <a:pt x="1850" y="9017"/>
                    <a:pt x="2835" y="9531"/>
                    <a:pt x="3839" y="9531"/>
                  </a:cubicBezTo>
                  <a:cubicBezTo>
                    <a:pt x="4248" y="9531"/>
                    <a:pt x="4660" y="9445"/>
                    <a:pt x="5035" y="9365"/>
                  </a:cubicBezTo>
                  <a:cubicBezTo>
                    <a:pt x="6820" y="8980"/>
                    <a:pt x="6151" y="6522"/>
                    <a:pt x="6151" y="6521"/>
                  </a:cubicBezTo>
                  <a:lnTo>
                    <a:pt x="6151" y="6521"/>
                  </a:lnTo>
                  <a:cubicBezTo>
                    <a:pt x="6171" y="7089"/>
                    <a:pt x="5862" y="7704"/>
                    <a:pt x="5701" y="7704"/>
                  </a:cubicBezTo>
                  <a:cubicBezTo>
                    <a:pt x="5636" y="7704"/>
                    <a:pt x="5595" y="7603"/>
                    <a:pt x="5610" y="7356"/>
                  </a:cubicBezTo>
                  <a:cubicBezTo>
                    <a:pt x="5645" y="6814"/>
                    <a:pt x="5045" y="6631"/>
                    <a:pt x="4424" y="6631"/>
                  </a:cubicBezTo>
                  <a:cubicBezTo>
                    <a:pt x="4024" y="6631"/>
                    <a:pt x="3615" y="6707"/>
                    <a:pt x="3360" y="6811"/>
                  </a:cubicBezTo>
                  <a:cubicBezTo>
                    <a:pt x="2650" y="7095"/>
                    <a:pt x="3390" y="8081"/>
                    <a:pt x="2964" y="8081"/>
                  </a:cubicBezTo>
                  <a:cubicBezTo>
                    <a:pt x="2942" y="8081"/>
                    <a:pt x="2918" y="8078"/>
                    <a:pt x="2890" y="8073"/>
                  </a:cubicBezTo>
                  <a:cubicBezTo>
                    <a:pt x="2211" y="7945"/>
                    <a:pt x="1965" y="5786"/>
                    <a:pt x="1884" y="4760"/>
                  </a:cubicBezTo>
                  <a:cubicBezTo>
                    <a:pt x="2235" y="4518"/>
                    <a:pt x="2216" y="4053"/>
                    <a:pt x="2126" y="3674"/>
                  </a:cubicBezTo>
                  <a:lnTo>
                    <a:pt x="2126" y="3674"/>
                  </a:lnTo>
                  <a:cubicBezTo>
                    <a:pt x="2575" y="3907"/>
                    <a:pt x="3151" y="4054"/>
                    <a:pt x="3751" y="4054"/>
                  </a:cubicBezTo>
                  <a:cubicBezTo>
                    <a:pt x="4236" y="4054"/>
                    <a:pt x="4736" y="3958"/>
                    <a:pt x="5197" y="3735"/>
                  </a:cubicBezTo>
                  <a:cubicBezTo>
                    <a:pt x="5197" y="3735"/>
                    <a:pt x="4921" y="3726"/>
                    <a:pt x="4542" y="3678"/>
                  </a:cubicBezTo>
                  <a:cubicBezTo>
                    <a:pt x="5135" y="3574"/>
                    <a:pt x="5799" y="3251"/>
                    <a:pt x="6487" y="2553"/>
                  </a:cubicBezTo>
                  <a:lnTo>
                    <a:pt x="6487" y="2553"/>
                  </a:lnTo>
                  <a:lnTo>
                    <a:pt x="5733" y="2673"/>
                  </a:lnTo>
                  <a:cubicBezTo>
                    <a:pt x="5733" y="2673"/>
                    <a:pt x="7422" y="2331"/>
                    <a:pt x="5942" y="0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8188988" y="3906580"/>
              <a:ext cx="45030" cy="15549"/>
            </a:xfrm>
            <a:custGeom>
              <a:rect b="b" l="l" r="r" t="t"/>
              <a:pathLst>
                <a:path extrusionOk="0" h="510" w="1477">
                  <a:moveTo>
                    <a:pt x="1477" y="1"/>
                  </a:moveTo>
                  <a:lnTo>
                    <a:pt x="1477" y="1"/>
                  </a:lnTo>
                  <a:cubicBezTo>
                    <a:pt x="1477" y="1"/>
                    <a:pt x="1457" y="19"/>
                    <a:pt x="1415" y="48"/>
                  </a:cubicBezTo>
                  <a:cubicBezTo>
                    <a:pt x="1376" y="76"/>
                    <a:pt x="1319" y="115"/>
                    <a:pt x="1253" y="157"/>
                  </a:cubicBezTo>
                  <a:cubicBezTo>
                    <a:pt x="1220" y="176"/>
                    <a:pt x="1182" y="200"/>
                    <a:pt x="1139" y="218"/>
                  </a:cubicBezTo>
                  <a:cubicBezTo>
                    <a:pt x="1102" y="242"/>
                    <a:pt x="1059" y="262"/>
                    <a:pt x="1016" y="281"/>
                  </a:cubicBezTo>
                  <a:cubicBezTo>
                    <a:pt x="969" y="299"/>
                    <a:pt x="925" y="319"/>
                    <a:pt x="879" y="332"/>
                  </a:cubicBezTo>
                  <a:cubicBezTo>
                    <a:pt x="826" y="347"/>
                    <a:pt x="778" y="356"/>
                    <a:pt x="732" y="361"/>
                  </a:cubicBezTo>
                  <a:cubicBezTo>
                    <a:pt x="704" y="366"/>
                    <a:pt x="677" y="367"/>
                    <a:pt x="652" y="367"/>
                  </a:cubicBezTo>
                  <a:cubicBezTo>
                    <a:pt x="629" y="367"/>
                    <a:pt x="606" y="366"/>
                    <a:pt x="584" y="366"/>
                  </a:cubicBezTo>
                  <a:cubicBezTo>
                    <a:pt x="537" y="361"/>
                    <a:pt x="489" y="352"/>
                    <a:pt x="447" y="338"/>
                  </a:cubicBezTo>
                  <a:cubicBezTo>
                    <a:pt x="423" y="332"/>
                    <a:pt x="404" y="323"/>
                    <a:pt x="380" y="314"/>
                  </a:cubicBezTo>
                  <a:cubicBezTo>
                    <a:pt x="361" y="304"/>
                    <a:pt x="338" y="299"/>
                    <a:pt x="318" y="286"/>
                  </a:cubicBezTo>
                  <a:cubicBezTo>
                    <a:pt x="281" y="266"/>
                    <a:pt x="248" y="242"/>
                    <a:pt x="213" y="224"/>
                  </a:cubicBezTo>
                  <a:cubicBezTo>
                    <a:pt x="180" y="200"/>
                    <a:pt x="152" y="181"/>
                    <a:pt x="123" y="157"/>
                  </a:cubicBezTo>
                  <a:cubicBezTo>
                    <a:pt x="99" y="133"/>
                    <a:pt x="77" y="119"/>
                    <a:pt x="62" y="100"/>
                  </a:cubicBezTo>
                  <a:cubicBezTo>
                    <a:pt x="24" y="71"/>
                    <a:pt x="0" y="53"/>
                    <a:pt x="0" y="53"/>
                  </a:cubicBezTo>
                  <a:lnTo>
                    <a:pt x="0" y="53"/>
                  </a:lnTo>
                  <a:cubicBezTo>
                    <a:pt x="0" y="53"/>
                    <a:pt x="14" y="76"/>
                    <a:pt x="38" y="119"/>
                  </a:cubicBezTo>
                  <a:cubicBezTo>
                    <a:pt x="48" y="143"/>
                    <a:pt x="66" y="167"/>
                    <a:pt x="86" y="196"/>
                  </a:cubicBezTo>
                  <a:cubicBezTo>
                    <a:pt x="105" y="224"/>
                    <a:pt x="128" y="253"/>
                    <a:pt x="156" y="286"/>
                  </a:cubicBezTo>
                  <a:cubicBezTo>
                    <a:pt x="191" y="314"/>
                    <a:pt x="224" y="347"/>
                    <a:pt x="266" y="376"/>
                  </a:cubicBezTo>
                  <a:cubicBezTo>
                    <a:pt x="285" y="395"/>
                    <a:pt x="304" y="404"/>
                    <a:pt x="327" y="418"/>
                  </a:cubicBezTo>
                  <a:cubicBezTo>
                    <a:pt x="351" y="433"/>
                    <a:pt x="375" y="446"/>
                    <a:pt x="404" y="456"/>
                  </a:cubicBezTo>
                  <a:cubicBezTo>
                    <a:pt x="451" y="480"/>
                    <a:pt x="508" y="494"/>
                    <a:pt x="570" y="503"/>
                  </a:cubicBezTo>
                  <a:cubicBezTo>
                    <a:pt x="602" y="506"/>
                    <a:pt x="636" y="509"/>
                    <a:pt x="670" y="509"/>
                  </a:cubicBezTo>
                  <a:cubicBezTo>
                    <a:pt x="695" y="509"/>
                    <a:pt x="721" y="508"/>
                    <a:pt x="745" y="503"/>
                  </a:cubicBezTo>
                  <a:cubicBezTo>
                    <a:pt x="778" y="503"/>
                    <a:pt x="807" y="494"/>
                    <a:pt x="835" y="489"/>
                  </a:cubicBezTo>
                  <a:cubicBezTo>
                    <a:pt x="864" y="480"/>
                    <a:pt x="892" y="475"/>
                    <a:pt x="921" y="466"/>
                  </a:cubicBezTo>
                  <a:cubicBezTo>
                    <a:pt x="973" y="446"/>
                    <a:pt x="1026" y="418"/>
                    <a:pt x="1073" y="395"/>
                  </a:cubicBezTo>
                  <a:cubicBezTo>
                    <a:pt x="1116" y="366"/>
                    <a:pt x="1163" y="338"/>
                    <a:pt x="1201" y="310"/>
                  </a:cubicBezTo>
                  <a:cubicBezTo>
                    <a:pt x="1239" y="281"/>
                    <a:pt x="1273" y="247"/>
                    <a:pt x="1301" y="218"/>
                  </a:cubicBezTo>
                  <a:cubicBezTo>
                    <a:pt x="1363" y="161"/>
                    <a:pt x="1409" y="104"/>
                    <a:pt x="1433" y="67"/>
                  </a:cubicBezTo>
                  <a:cubicBezTo>
                    <a:pt x="1466" y="29"/>
                    <a:pt x="1477" y="1"/>
                    <a:pt x="1477" y="1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8251762" y="3897464"/>
              <a:ext cx="44329" cy="19268"/>
            </a:xfrm>
            <a:custGeom>
              <a:rect b="b" l="l" r="r" t="t"/>
              <a:pathLst>
                <a:path extrusionOk="0" h="632" w="1454">
                  <a:moveTo>
                    <a:pt x="827" y="0"/>
                  </a:moveTo>
                  <a:cubicBezTo>
                    <a:pt x="765" y="5"/>
                    <a:pt x="704" y="10"/>
                    <a:pt x="647" y="29"/>
                  </a:cubicBezTo>
                  <a:cubicBezTo>
                    <a:pt x="618" y="33"/>
                    <a:pt x="590" y="48"/>
                    <a:pt x="566" y="57"/>
                  </a:cubicBezTo>
                  <a:cubicBezTo>
                    <a:pt x="537" y="67"/>
                    <a:pt x="509" y="81"/>
                    <a:pt x="485" y="96"/>
                  </a:cubicBezTo>
                  <a:cubicBezTo>
                    <a:pt x="433" y="119"/>
                    <a:pt x="386" y="153"/>
                    <a:pt x="343" y="186"/>
                  </a:cubicBezTo>
                  <a:cubicBezTo>
                    <a:pt x="300" y="219"/>
                    <a:pt x="262" y="252"/>
                    <a:pt x="229" y="290"/>
                  </a:cubicBezTo>
                  <a:cubicBezTo>
                    <a:pt x="196" y="324"/>
                    <a:pt x="167" y="361"/>
                    <a:pt x="143" y="394"/>
                  </a:cubicBezTo>
                  <a:cubicBezTo>
                    <a:pt x="91" y="460"/>
                    <a:pt x="53" y="523"/>
                    <a:pt x="34" y="565"/>
                  </a:cubicBezTo>
                  <a:cubicBezTo>
                    <a:pt x="11" y="609"/>
                    <a:pt x="1" y="631"/>
                    <a:pt x="1" y="631"/>
                  </a:cubicBezTo>
                  <a:cubicBezTo>
                    <a:pt x="1" y="631"/>
                    <a:pt x="20" y="613"/>
                    <a:pt x="53" y="580"/>
                  </a:cubicBezTo>
                  <a:cubicBezTo>
                    <a:pt x="91" y="546"/>
                    <a:pt x="139" y="504"/>
                    <a:pt x="200" y="447"/>
                  </a:cubicBezTo>
                  <a:cubicBezTo>
                    <a:pt x="229" y="423"/>
                    <a:pt x="267" y="394"/>
                    <a:pt x="300" y="370"/>
                  </a:cubicBezTo>
                  <a:cubicBezTo>
                    <a:pt x="338" y="342"/>
                    <a:pt x="376" y="313"/>
                    <a:pt x="419" y="290"/>
                  </a:cubicBezTo>
                  <a:cubicBezTo>
                    <a:pt x="456" y="261"/>
                    <a:pt x="500" y="238"/>
                    <a:pt x="546" y="219"/>
                  </a:cubicBezTo>
                  <a:cubicBezTo>
                    <a:pt x="590" y="195"/>
                    <a:pt x="638" y="176"/>
                    <a:pt x="684" y="167"/>
                  </a:cubicBezTo>
                  <a:cubicBezTo>
                    <a:pt x="732" y="153"/>
                    <a:pt x="784" y="147"/>
                    <a:pt x="831" y="143"/>
                  </a:cubicBezTo>
                  <a:cubicBezTo>
                    <a:pt x="851" y="141"/>
                    <a:pt x="871" y="140"/>
                    <a:pt x="890" y="140"/>
                  </a:cubicBezTo>
                  <a:cubicBezTo>
                    <a:pt x="918" y="140"/>
                    <a:pt x="944" y="142"/>
                    <a:pt x="969" y="147"/>
                  </a:cubicBezTo>
                  <a:cubicBezTo>
                    <a:pt x="993" y="153"/>
                    <a:pt x="1017" y="157"/>
                    <a:pt x="1041" y="162"/>
                  </a:cubicBezTo>
                  <a:cubicBezTo>
                    <a:pt x="1059" y="167"/>
                    <a:pt x="1083" y="171"/>
                    <a:pt x="1102" y="181"/>
                  </a:cubicBezTo>
                  <a:cubicBezTo>
                    <a:pt x="1144" y="195"/>
                    <a:pt x="1183" y="210"/>
                    <a:pt x="1221" y="228"/>
                  </a:cubicBezTo>
                  <a:cubicBezTo>
                    <a:pt x="1254" y="247"/>
                    <a:pt x="1287" y="261"/>
                    <a:pt x="1315" y="280"/>
                  </a:cubicBezTo>
                  <a:cubicBezTo>
                    <a:pt x="1344" y="295"/>
                    <a:pt x="1368" y="309"/>
                    <a:pt x="1387" y="324"/>
                  </a:cubicBezTo>
                  <a:cubicBezTo>
                    <a:pt x="1429" y="352"/>
                    <a:pt x="1453" y="366"/>
                    <a:pt x="1453" y="366"/>
                  </a:cubicBezTo>
                  <a:cubicBezTo>
                    <a:pt x="1453" y="366"/>
                    <a:pt x="1435" y="342"/>
                    <a:pt x="1406" y="304"/>
                  </a:cubicBezTo>
                  <a:cubicBezTo>
                    <a:pt x="1392" y="280"/>
                    <a:pt x="1372" y="261"/>
                    <a:pt x="1349" y="238"/>
                  </a:cubicBezTo>
                  <a:cubicBezTo>
                    <a:pt x="1326" y="210"/>
                    <a:pt x="1297" y="186"/>
                    <a:pt x="1264" y="157"/>
                  </a:cubicBezTo>
                  <a:cubicBezTo>
                    <a:pt x="1230" y="134"/>
                    <a:pt x="1192" y="105"/>
                    <a:pt x="1144" y="81"/>
                  </a:cubicBezTo>
                  <a:cubicBezTo>
                    <a:pt x="1126" y="72"/>
                    <a:pt x="1102" y="57"/>
                    <a:pt x="1074" y="48"/>
                  </a:cubicBezTo>
                  <a:cubicBezTo>
                    <a:pt x="1050" y="39"/>
                    <a:pt x="1026" y="29"/>
                    <a:pt x="997" y="24"/>
                  </a:cubicBezTo>
                  <a:cubicBezTo>
                    <a:pt x="941" y="10"/>
                    <a:pt x="884" y="5"/>
                    <a:pt x="827" y="0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8"/>
            <p:cNvSpPr/>
            <p:nvPr/>
          </p:nvSpPr>
          <p:spPr>
            <a:xfrm>
              <a:off x="8205909" y="3941732"/>
              <a:ext cx="25914" cy="20488"/>
            </a:xfrm>
            <a:custGeom>
              <a:rect b="b" l="l" r="r" t="t"/>
              <a:pathLst>
                <a:path extrusionOk="0" h="672" w="850">
                  <a:moveTo>
                    <a:pt x="832" y="1"/>
                  </a:moveTo>
                  <a:lnTo>
                    <a:pt x="832" y="1"/>
                  </a:lnTo>
                  <a:cubicBezTo>
                    <a:pt x="832" y="1"/>
                    <a:pt x="836" y="25"/>
                    <a:pt x="836" y="72"/>
                  </a:cubicBezTo>
                  <a:cubicBezTo>
                    <a:pt x="836" y="91"/>
                    <a:pt x="836" y="119"/>
                    <a:pt x="832" y="153"/>
                  </a:cubicBezTo>
                  <a:cubicBezTo>
                    <a:pt x="832" y="167"/>
                    <a:pt x="832" y="182"/>
                    <a:pt x="826" y="200"/>
                  </a:cubicBezTo>
                  <a:cubicBezTo>
                    <a:pt x="826" y="215"/>
                    <a:pt x="821" y="233"/>
                    <a:pt x="817" y="252"/>
                  </a:cubicBezTo>
                  <a:cubicBezTo>
                    <a:pt x="812" y="290"/>
                    <a:pt x="797" y="329"/>
                    <a:pt x="784" y="366"/>
                  </a:cubicBezTo>
                  <a:cubicBezTo>
                    <a:pt x="775" y="390"/>
                    <a:pt x="760" y="404"/>
                    <a:pt x="751" y="423"/>
                  </a:cubicBezTo>
                  <a:cubicBezTo>
                    <a:pt x="736" y="443"/>
                    <a:pt x="727" y="461"/>
                    <a:pt x="712" y="480"/>
                  </a:cubicBezTo>
                  <a:cubicBezTo>
                    <a:pt x="694" y="495"/>
                    <a:pt x="679" y="513"/>
                    <a:pt x="661" y="528"/>
                  </a:cubicBezTo>
                  <a:cubicBezTo>
                    <a:pt x="641" y="542"/>
                    <a:pt x="622" y="556"/>
                    <a:pt x="604" y="566"/>
                  </a:cubicBezTo>
                  <a:cubicBezTo>
                    <a:pt x="580" y="575"/>
                    <a:pt x="561" y="589"/>
                    <a:pt x="537" y="594"/>
                  </a:cubicBezTo>
                  <a:lnTo>
                    <a:pt x="499" y="609"/>
                  </a:lnTo>
                  <a:lnTo>
                    <a:pt x="484" y="613"/>
                  </a:lnTo>
                  <a:lnTo>
                    <a:pt x="466" y="618"/>
                  </a:lnTo>
                  <a:cubicBezTo>
                    <a:pt x="444" y="622"/>
                    <a:pt x="423" y="624"/>
                    <a:pt x="402" y="624"/>
                  </a:cubicBezTo>
                  <a:cubicBezTo>
                    <a:pt x="375" y="624"/>
                    <a:pt x="349" y="621"/>
                    <a:pt x="324" y="613"/>
                  </a:cubicBezTo>
                  <a:cubicBezTo>
                    <a:pt x="280" y="603"/>
                    <a:pt x="238" y="580"/>
                    <a:pt x="205" y="552"/>
                  </a:cubicBezTo>
                  <a:cubicBezTo>
                    <a:pt x="138" y="489"/>
                    <a:pt x="96" y="409"/>
                    <a:pt x="67" y="338"/>
                  </a:cubicBezTo>
                  <a:cubicBezTo>
                    <a:pt x="39" y="272"/>
                    <a:pt x="24" y="210"/>
                    <a:pt x="15" y="162"/>
                  </a:cubicBezTo>
                  <a:cubicBezTo>
                    <a:pt x="6" y="119"/>
                    <a:pt x="0" y="96"/>
                    <a:pt x="0" y="96"/>
                  </a:cubicBezTo>
                  <a:lnTo>
                    <a:pt x="0" y="96"/>
                  </a:lnTo>
                  <a:cubicBezTo>
                    <a:pt x="0" y="96"/>
                    <a:pt x="0" y="119"/>
                    <a:pt x="6" y="167"/>
                  </a:cubicBezTo>
                  <a:cubicBezTo>
                    <a:pt x="10" y="210"/>
                    <a:pt x="19" y="276"/>
                    <a:pt x="43" y="347"/>
                  </a:cubicBezTo>
                  <a:cubicBezTo>
                    <a:pt x="52" y="386"/>
                    <a:pt x="72" y="428"/>
                    <a:pt x="91" y="466"/>
                  </a:cubicBezTo>
                  <a:cubicBezTo>
                    <a:pt x="109" y="509"/>
                    <a:pt x="138" y="546"/>
                    <a:pt x="177" y="580"/>
                  </a:cubicBezTo>
                  <a:cubicBezTo>
                    <a:pt x="214" y="618"/>
                    <a:pt x="262" y="646"/>
                    <a:pt x="313" y="660"/>
                  </a:cubicBezTo>
                  <a:cubicBezTo>
                    <a:pt x="340" y="667"/>
                    <a:pt x="367" y="671"/>
                    <a:pt x="394" y="671"/>
                  </a:cubicBezTo>
                  <a:cubicBezTo>
                    <a:pt x="422" y="671"/>
                    <a:pt x="449" y="667"/>
                    <a:pt x="475" y="660"/>
                  </a:cubicBezTo>
                  <a:lnTo>
                    <a:pt x="494" y="656"/>
                  </a:lnTo>
                  <a:lnTo>
                    <a:pt x="513" y="651"/>
                  </a:lnTo>
                  <a:lnTo>
                    <a:pt x="551" y="642"/>
                  </a:lnTo>
                  <a:cubicBezTo>
                    <a:pt x="575" y="632"/>
                    <a:pt x="598" y="618"/>
                    <a:pt x="622" y="609"/>
                  </a:cubicBezTo>
                  <a:cubicBezTo>
                    <a:pt x="670" y="580"/>
                    <a:pt x="707" y="546"/>
                    <a:pt x="740" y="509"/>
                  </a:cubicBezTo>
                  <a:cubicBezTo>
                    <a:pt x="760" y="485"/>
                    <a:pt x="775" y="466"/>
                    <a:pt x="784" y="447"/>
                  </a:cubicBezTo>
                  <a:cubicBezTo>
                    <a:pt x="793" y="423"/>
                    <a:pt x="808" y="404"/>
                    <a:pt x="812" y="381"/>
                  </a:cubicBezTo>
                  <a:cubicBezTo>
                    <a:pt x="832" y="338"/>
                    <a:pt x="841" y="296"/>
                    <a:pt x="845" y="257"/>
                  </a:cubicBezTo>
                  <a:cubicBezTo>
                    <a:pt x="850" y="219"/>
                    <a:pt x="850" y="182"/>
                    <a:pt x="850" y="153"/>
                  </a:cubicBezTo>
                  <a:cubicBezTo>
                    <a:pt x="850" y="119"/>
                    <a:pt x="850" y="91"/>
                    <a:pt x="845" y="68"/>
                  </a:cubicBezTo>
                  <a:cubicBezTo>
                    <a:pt x="841" y="25"/>
                    <a:pt x="832" y="1"/>
                    <a:pt x="832" y="1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8"/>
            <p:cNvSpPr/>
            <p:nvPr/>
          </p:nvSpPr>
          <p:spPr>
            <a:xfrm>
              <a:off x="8262494" y="3934934"/>
              <a:ext cx="25914" cy="20488"/>
            </a:xfrm>
            <a:custGeom>
              <a:rect b="b" l="l" r="r" t="t"/>
              <a:pathLst>
                <a:path extrusionOk="0" h="672" w="850">
                  <a:moveTo>
                    <a:pt x="836" y="0"/>
                  </a:moveTo>
                  <a:lnTo>
                    <a:pt x="836" y="72"/>
                  </a:lnTo>
                  <a:lnTo>
                    <a:pt x="836" y="153"/>
                  </a:lnTo>
                  <a:cubicBezTo>
                    <a:pt x="831" y="167"/>
                    <a:pt x="831" y="186"/>
                    <a:pt x="827" y="200"/>
                  </a:cubicBezTo>
                  <a:cubicBezTo>
                    <a:pt x="827" y="219"/>
                    <a:pt x="821" y="238"/>
                    <a:pt x="816" y="257"/>
                  </a:cubicBezTo>
                  <a:cubicBezTo>
                    <a:pt x="812" y="291"/>
                    <a:pt x="798" y="333"/>
                    <a:pt x="783" y="370"/>
                  </a:cubicBezTo>
                  <a:cubicBezTo>
                    <a:pt x="774" y="390"/>
                    <a:pt x="759" y="409"/>
                    <a:pt x="750" y="427"/>
                  </a:cubicBezTo>
                  <a:cubicBezTo>
                    <a:pt x="741" y="447"/>
                    <a:pt x="726" y="466"/>
                    <a:pt x="713" y="480"/>
                  </a:cubicBezTo>
                  <a:cubicBezTo>
                    <a:pt x="693" y="499"/>
                    <a:pt x="679" y="519"/>
                    <a:pt x="660" y="528"/>
                  </a:cubicBezTo>
                  <a:cubicBezTo>
                    <a:pt x="641" y="541"/>
                    <a:pt x="622" y="561"/>
                    <a:pt x="603" y="570"/>
                  </a:cubicBezTo>
                  <a:cubicBezTo>
                    <a:pt x="579" y="580"/>
                    <a:pt x="565" y="589"/>
                    <a:pt x="536" y="598"/>
                  </a:cubicBezTo>
                  <a:lnTo>
                    <a:pt x="499" y="609"/>
                  </a:lnTo>
                  <a:lnTo>
                    <a:pt x="485" y="613"/>
                  </a:lnTo>
                  <a:lnTo>
                    <a:pt x="466" y="618"/>
                  </a:lnTo>
                  <a:cubicBezTo>
                    <a:pt x="442" y="622"/>
                    <a:pt x="418" y="625"/>
                    <a:pt x="394" y="625"/>
                  </a:cubicBezTo>
                  <a:cubicBezTo>
                    <a:pt x="371" y="625"/>
                    <a:pt x="347" y="622"/>
                    <a:pt x="323" y="618"/>
                  </a:cubicBezTo>
                  <a:cubicBezTo>
                    <a:pt x="280" y="609"/>
                    <a:pt x="238" y="585"/>
                    <a:pt x="205" y="552"/>
                  </a:cubicBezTo>
                  <a:cubicBezTo>
                    <a:pt x="137" y="495"/>
                    <a:pt x="95" y="414"/>
                    <a:pt x="67" y="342"/>
                  </a:cubicBezTo>
                  <a:cubicBezTo>
                    <a:pt x="43" y="271"/>
                    <a:pt x="24" y="210"/>
                    <a:pt x="14" y="167"/>
                  </a:cubicBezTo>
                  <a:cubicBezTo>
                    <a:pt x="5" y="125"/>
                    <a:pt x="1" y="96"/>
                    <a:pt x="1" y="96"/>
                  </a:cubicBezTo>
                  <a:lnTo>
                    <a:pt x="1" y="96"/>
                  </a:lnTo>
                  <a:cubicBezTo>
                    <a:pt x="1" y="96"/>
                    <a:pt x="1" y="125"/>
                    <a:pt x="5" y="167"/>
                  </a:cubicBezTo>
                  <a:cubicBezTo>
                    <a:pt x="10" y="210"/>
                    <a:pt x="19" y="276"/>
                    <a:pt x="43" y="352"/>
                  </a:cubicBezTo>
                  <a:cubicBezTo>
                    <a:pt x="52" y="390"/>
                    <a:pt x="71" y="427"/>
                    <a:pt x="91" y="471"/>
                  </a:cubicBezTo>
                  <a:cubicBezTo>
                    <a:pt x="115" y="508"/>
                    <a:pt x="137" y="552"/>
                    <a:pt x="176" y="585"/>
                  </a:cubicBezTo>
                  <a:cubicBezTo>
                    <a:pt x="214" y="618"/>
                    <a:pt x="262" y="651"/>
                    <a:pt x="314" y="661"/>
                  </a:cubicBezTo>
                  <a:cubicBezTo>
                    <a:pt x="342" y="668"/>
                    <a:pt x="372" y="672"/>
                    <a:pt x="402" y="672"/>
                  </a:cubicBezTo>
                  <a:cubicBezTo>
                    <a:pt x="427" y="672"/>
                    <a:pt x="451" y="670"/>
                    <a:pt x="475" y="666"/>
                  </a:cubicBezTo>
                  <a:lnTo>
                    <a:pt x="494" y="661"/>
                  </a:lnTo>
                  <a:lnTo>
                    <a:pt x="513" y="655"/>
                  </a:lnTo>
                  <a:lnTo>
                    <a:pt x="551" y="642"/>
                  </a:lnTo>
                  <a:cubicBezTo>
                    <a:pt x="575" y="637"/>
                    <a:pt x="599" y="622"/>
                    <a:pt x="622" y="609"/>
                  </a:cubicBezTo>
                  <a:cubicBezTo>
                    <a:pt x="674" y="585"/>
                    <a:pt x="713" y="547"/>
                    <a:pt x="746" y="508"/>
                  </a:cubicBezTo>
                  <a:cubicBezTo>
                    <a:pt x="759" y="490"/>
                    <a:pt x="774" y="466"/>
                    <a:pt x="783" y="447"/>
                  </a:cubicBezTo>
                  <a:cubicBezTo>
                    <a:pt x="792" y="423"/>
                    <a:pt x="807" y="405"/>
                    <a:pt x="812" y="385"/>
                  </a:cubicBezTo>
                  <a:cubicBezTo>
                    <a:pt x="831" y="337"/>
                    <a:pt x="840" y="300"/>
                    <a:pt x="845" y="262"/>
                  </a:cubicBezTo>
                  <a:cubicBezTo>
                    <a:pt x="849" y="219"/>
                    <a:pt x="849" y="186"/>
                    <a:pt x="849" y="153"/>
                  </a:cubicBezTo>
                  <a:cubicBezTo>
                    <a:pt x="849" y="120"/>
                    <a:pt x="849" y="96"/>
                    <a:pt x="845" y="72"/>
                  </a:cubicBezTo>
                  <a:cubicBezTo>
                    <a:pt x="840" y="24"/>
                    <a:pt x="836" y="0"/>
                    <a:pt x="836" y="0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8"/>
            <p:cNvSpPr/>
            <p:nvPr/>
          </p:nvSpPr>
          <p:spPr>
            <a:xfrm>
              <a:off x="8250634" y="3922220"/>
              <a:ext cx="20000" cy="54999"/>
            </a:xfrm>
            <a:custGeom>
              <a:rect b="b" l="l" r="r" t="t"/>
              <a:pathLst>
                <a:path extrusionOk="0" h="1804" w="656">
                  <a:moveTo>
                    <a:pt x="0" y="0"/>
                  </a:moveTo>
                  <a:cubicBezTo>
                    <a:pt x="42" y="138"/>
                    <a:pt x="90" y="275"/>
                    <a:pt x="138" y="413"/>
                  </a:cubicBezTo>
                  <a:cubicBezTo>
                    <a:pt x="180" y="546"/>
                    <a:pt x="228" y="684"/>
                    <a:pt x="276" y="816"/>
                  </a:cubicBezTo>
                  <a:cubicBezTo>
                    <a:pt x="371" y="1076"/>
                    <a:pt x="467" y="1335"/>
                    <a:pt x="566" y="1591"/>
                  </a:cubicBezTo>
                  <a:lnTo>
                    <a:pt x="566" y="1591"/>
                  </a:lnTo>
                  <a:cubicBezTo>
                    <a:pt x="553" y="1595"/>
                    <a:pt x="540" y="1599"/>
                    <a:pt x="526" y="1604"/>
                  </a:cubicBezTo>
                  <a:cubicBezTo>
                    <a:pt x="504" y="1613"/>
                    <a:pt x="480" y="1619"/>
                    <a:pt x="456" y="1628"/>
                  </a:cubicBezTo>
                  <a:cubicBezTo>
                    <a:pt x="408" y="1642"/>
                    <a:pt x="361" y="1661"/>
                    <a:pt x="313" y="1681"/>
                  </a:cubicBezTo>
                  <a:cubicBezTo>
                    <a:pt x="266" y="1699"/>
                    <a:pt x="219" y="1718"/>
                    <a:pt x="171" y="1737"/>
                  </a:cubicBezTo>
                  <a:cubicBezTo>
                    <a:pt x="147" y="1747"/>
                    <a:pt x="123" y="1761"/>
                    <a:pt x="105" y="1771"/>
                  </a:cubicBezTo>
                  <a:cubicBezTo>
                    <a:pt x="81" y="1780"/>
                    <a:pt x="57" y="1794"/>
                    <a:pt x="33" y="1804"/>
                  </a:cubicBezTo>
                  <a:cubicBezTo>
                    <a:pt x="62" y="1804"/>
                    <a:pt x="86" y="1799"/>
                    <a:pt x="110" y="1794"/>
                  </a:cubicBezTo>
                  <a:cubicBezTo>
                    <a:pt x="133" y="1790"/>
                    <a:pt x="162" y="1784"/>
                    <a:pt x="185" y="1775"/>
                  </a:cubicBezTo>
                  <a:cubicBezTo>
                    <a:pt x="233" y="1766"/>
                    <a:pt x="285" y="1756"/>
                    <a:pt x="333" y="1742"/>
                  </a:cubicBezTo>
                  <a:cubicBezTo>
                    <a:pt x="380" y="1727"/>
                    <a:pt x="427" y="1709"/>
                    <a:pt x="480" y="1694"/>
                  </a:cubicBezTo>
                  <a:cubicBezTo>
                    <a:pt x="504" y="1685"/>
                    <a:pt x="526" y="1681"/>
                    <a:pt x="550" y="1670"/>
                  </a:cubicBezTo>
                  <a:cubicBezTo>
                    <a:pt x="574" y="1661"/>
                    <a:pt x="598" y="1652"/>
                    <a:pt x="622" y="1642"/>
                  </a:cubicBezTo>
                  <a:lnTo>
                    <a:pt x="655" y="1633"/>
                  </a:lnTo>
                  <a:lnTo>
                    <a:pt x="640" y="1600"/>
                  </a:lnTo>
                  <a:cubicBezTo>
                    <a:pt x="532" y="1334"/>
                    <a:pt x="423" y="1068"/>
                    <a:pt x="318" y="8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69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8"/>
            <p:cNvSpPr/>
            <p:nvPr/>
          </p:nvSpPr>
          <p:spPr>
            <a:xfrm>
              <a:off x="8219781" y="3991518"/>
              <a:ext cx="57926" cy="12957"/>
            </a:xfrm>
            <a:custGeom>
              <a:rect b="b" l="l" r="r" t="t"/>
              <a:pathLst>
                <a:path extrusionOk="0" h="425" w="1900">
                  <a:moveTo>
                    <a:pt x="1" y="1"/>
                  </a:moveTo>
                  <a:cubicBezTo>
                    <a:pt x="1" y="1"/>
                    <a:pt x="533" y="425"/>
                    <a:pt x="1126" y="425"/>
                  </a:cubicBezTo>
                  <a:cubicBezTo>
                    <a:pt x="1385" y="425"/>
                    <a:pt x="1657" y="344"/>
                    <a:pt x="1900" y="10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8130818" y="3929293"/>
              <a:ext cx="30427" cy="57469"/>
            </a:xfrm>
            <a:custGeom>
              <a:rect b="b" l="l" r="r" t="t"/>
              <a:pathLst>
                <a:path extrusionOk="0" h="1885" w="998">
                  <a:moveTo>
                    <a:pt x="563" y="0"/>
                  </a:moveTo>
                  <a:cubicBezTo>
                    <a:pt x="316" y="0"/>
                    <a:pt x="1" y="97"/>
                    <a:pt x="24" y="599"/>
                  </a:cubicBezTo>
                  <a:cubicBezTo>
                    <a:pt x="57" y="1296"/>
                    <a:pt x="494" y="1757"/>
                    <a:pt x="997" y="1885"/>
                  </a:cubicBezTo>
                  <a:lnTo>
                    <a:pt x="846" y="38"/>
                  </a:lnTo>
                  <a:cubicBezTo>
                    <a:pt x="846" y="38"/>
                    <a:pt x="718" y="0"/>
                    <a:pt x="563" y="0"/>
                  </a:cubicBezTo>
                  <a:close/>
                </a:path>
              </a:pathLst>
            </a:custGeom>
            <a:solidFill>
              <a:srgbClr val="FFBD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8138165" y="3935086"/>
              <a:ext cx="16402" cy="41402"/>
            </a:xfrm>
            <a:custGeom>
              <a:rect b="b" l="l" r="r" t="t"/>
              <a:pathLst>
                <a:path extrusionOk="0" h="1358" w="538">
                  <a:moveTo>
                    <a:pt x="257" y="1"/>
                  </a:moveTo>
                  <a:cubicBezTo>
                    <a:pt x="248" y="1"/>
                    <a:pt x="234" y="6"/>
                    <a:pt x="224" y="10"/>
                  </a:cubicBezTo>
                  <a:lnTo>
                    <a:pt x="220" y="10"/>
                  </a:lnTo>
                  <a:lnTo>
                    <a:pt x="215" y="15"/>
                  </a:lnTo>
                  <a:lnTo>
                    <a:pt x="210" y="15"/>
                  </a:lnTo>
                  <a:lnTo>
                    <a:pt x="200" y="24"/>
                  </a:lnTo>
                  <a:lnTo>
                    <a:pt x="177" y="34"/>
                  </a:lnTo>
                  <a:cubicBezTo>
                    <a:pt x="158" y="48"/>
                    <a:pt x="143" y="63"/>
                    <a:pt x="130" y="72"/>
                  </a:cubicBezTo>
                  <a:cubicBezTo>
                    <a:pt x="115" y="86"/>
                    <a:pt x="101" y="100"/>
                    <a:pt x="92" y="115"/>
                  </a:cubicBezTo>
                  <a:cubicBezTo>
                    <a:pt x="82" y="133"/>
                    <a:pt x="68" y="148"/>
                    <a:pt x="64" y="166"/>
                  </a:cubicBezTo>
                  <a:cubicBezTo>
                    <a:pt x="25" y="233"/>
                    <a:pt x="11" y="304"/>
                    <a:pt x="7" y="376"/>
                  </a:cubicBezTo>
                  <a:cubicBezTo>
                    <a:pt x="1" y="446"/>
                    <a:pt x="1" y="518"/>
                    <a:pt x="16" y="589"/>
                  </a:cubicBezTo>
                  <a:cubicBezTo>
                    <a:pt x="16" y="518"/>
                    <a:pt x="20" y="446"/>
                    <a:pt x="35" y="380"/>
                  </a:cubicBezTo>
                  <a:cubicBezTo>
                    <a:pt x="40" y="343"/>
                    <a:pt x="49" y="309"/>
                    <a:pt x="58" y="280"/>
                  </a:cubicBezTo>
                  <a:cubicBezTo>
                    <a:pt x="73" y="247"/>
                    <a:pt x="86" y="214"/>
                    <a:pt x="101" y="186"/>
                  </a:cubicBezTo>
                  <a:cubicBezTo>
                    <a:pt x="110" y="172"/>
                    <a:pt x="121" y="162"/>
                    <a:pt x="130" y="148"/>
                  </a:cubicBezTo>
                  <a:cubicBezTo>
                    <a:pt x="143" y="133"/>
                    <a:pt x="154" y="124"/>
                    <a:pt x="163" y="115"/>
                  </a:cubicBezTo>
                  <a:lnTo>
                    <a:pt x="200" y="86"/>
                  </a:lnTo>
                  <a:lnTo>
                    <a:pt x="248" y="67"/>
                  </a:lnTo>
                  <a:cubicBezTo>
                    <a:pt x="257" y="64"/>
                    <a:pt x="265" y="62"/>
                    <a:pt x="273" y="62"/>
                  </a:cubicBezTo>
                  <a:cubicBezTo>
                    <a:pt x="288" y="62"/>
                    <a:pt x="302" y="67"/>
                    <a:pt x="314" y="76"/>
                  </a:cubicBezTo>
                  <a:cubicBezTo>
                    <a:pt x="334" y="96"/>
                    <a:pt x="353" y="124"/>
                    <a:pt x="362" y="152"/>
                  </a:cubicBezTo>
                  <a:cubicBezTo>
                    <a:pt x="390" y="214"/>
                    <a:pt x="410" y="280"/>
                    <a:pt x="419" y="347"/>
                  </a:cubicBezTo>
                  <a:cubicBezTo>
                    <a:pt x="434" y="418"/>
                    <a:pt x="443" y="485"/>
                    <a:pt x="452" y="556"/>
                  </a:cubicBezTo>
                  <a:cubicBezTo>
                    <a:pt x="466" y="687"/>
                    <a:pt x="475" y="819"/>
                    <a:pt x="480" y="955"/>
                  </a:cubicBezTo>
                  <a:lnTo>
                    <a:pt x="480" y="955"/>
                  </a:lnTo>
                  <a:lnTo>
                    <a:pt x="438" y="974"/>
                  </a:lnTo>
                  <a:cubicBezTo>
                    <a:pt x="428" y="978"/>
                    <a:pt x="414" y="983"/>
                    <a:pt x="405" y="987"/>
                  </a:cubicBezTo>
                  <a:lnTo>
                    <a:pt x="377" y="1007"/>
                  </a:lnTo>
                  <a:cubicBezTo>
                    <a:pt x="367" y="1016"/>
                    <a:pt x="357" y="1020"/>
                    <a:pt x="348" y="1031"/>
                  </a:cubicBezTo>
                  <a:cubicBezTo>
                    <a:pt x="338" y="1035"/>
                    <a:pt x="329" y="1044"/>
                    <a:pt x="324" y="1055"/>
                  </a:cubicBezTo>
                  <a:cubicBezTo>
                    <a:pt x="314" y="1064"/>
                    <a:pt x="305" y="1073"/>
                    <a:pt x="300" y="1083"/>
                  </a:cubicBezTo>
                  <a:cubicBezTo>
                    <a:pt x="296" y="1097"/>
                    <a:pt x="291" y="1106"/>
                    <a:pt x="286" y="1121"/>
                  </a:cubicBezTo>
                  <a:cubicBezTo>
                    <a:pt x="281" y="1130"/>
                    <a:pt x="281" y="1145"/>
                    <a:pt x="281" y="1154"/>
                  </a:cubicBezTo>
                  <a:lnTo>
                    <a:pt x="281" y="1191"/>
                  </a:lnTo>
                  <a:cubicBezTo>
                    <a:pt x="286" y="1202"/>
                    <a:pt x="286" y="1215"/>
                    <a:pt x="291" y="1225"/>
                  </a:cubicBezTo>
                  <a:cubicBezTo>
                    <a:pt x="296" y="1235"/>
                    <a:pt x="300" y="1248"/>
                    <a:pt x="310" y="1259"/>
                  </a:cubicBezTo>
                  <a:cubicBezTo>
                    <a:pt x="320" y="1277"/>
                    <a:pt x="334" y="1296"/>
                    <a:pt x="348" y="1311"/>
                  </a:cubicBezTo>
                  <a:cubicBezTo>
                    <a:pt x="367" y="1329"/>
                    <a:pt x="381" y="1344"/>
                    <a:pt x="400" y="1358"/>
                  </a:cubicBezTo>
                  <a:cubicBezTo>
                    <a:pt x="386" y="1339"/>
                    <a:pt x="371" y="1325"/>
                    <a:pt x="357" y="1305"/>
                  </a:cubicBezTo>
                  <a:cubicBezTo>
                    <a:pt x="343" y="1287"/>
                    <a:pt x="334" y="1268"/>
                    <a:pt x="324" y="1248"/>
                  </a:cubicBezTo>
                  <a:cubicBezTo>
                    <a:pt x="320" y="1239"/>
                    <a:pt x="314" y="1230"/>
                    <a:pt x="314" y="1220"/>
                  </a:cubicBezTo>
                  <a:cubicBezTo>
                    <a:pt x="310" y="1211"/>
                    <a:pt x="310" y="1197"/>
                    <a:pt x="310" y="1187"/>
                  </a:cubicBezTo>
                  <a:cubicBezTo>
                    <a:pt x="305" y="1178"/>
                    <a:pt x="310" y="1169"/>
                    <a:pt x="310" y="1158"/>
                  </a:cubicBezTo>
                  <a:cubicBezTo>
                    <a:pt x="310" y="1149"/>
                    <a:pt x="314" y="1140"/>
                    <a:pt x="314" y="1130"/>
                  </a:cubicBezTo>
                  <a:cubicBezTo>
                    <a:pt x="320" y="1121"/>
                    <a:pt x="329" y="1112"/>
                    <a:pt x="334" y="1106"/>
                  </a:cubicBezTo>
                  <a:cubicBezTo>
                    <a:pt x="338" y="1097"/>
                    <a:pt x="343" y="1092"/>
                    <a:pt x="353" y="1083"/>
                  </a:cubicBezTo>
                  <a:cubicBezTo>
                    <a:pt x="357" y="1073"/>
                    <a:pt x="367" y="1068"/>
                    <a:pt x="377" y="1064"/>
                  </a:cubicBezTo>
                  <a:cubicBezTo>
                    <a:pt x="386" y="1059"/>
                    <a:pt x="390" y="1049"/>
                    <a:pt x="400" y="1044"/>
                  </a:cubicBezTo>
                  <a:lnTo>
                    <a:pt x="428" y="1031"/>
                  </a:lnTo>
                  <a:cubicBezTo>
                    <a:pt x="438" y="1026"/>
                    <a:pt x="447" y="1020"/>
                    <a:pt x="457" y="1020"/>
                  </a:cubicBezTo>
                  <a:lnTo>
                    <a:pt x="519" y="998"/>
                  </a:lnTo>
                  <a:lnTo>
                    <a:pt x="537" y="992"/>
                  </a:lnTo>
                  <a:lnTo>
                    <a:pt x="537" y="974"/>
                  </a:lnTo>
                  <a:cubicBezTo>
                    <a:pt x="537" y="902"/>
                    <a:pt x="537" y="831"/>
                    <a:pt x="533" y="760"/>
                  </a:cubicBezTo>
                  <a:cubicBezTo>
                    <a:pt x="533" y="689"/>
                    <a:pt x="528" y="617"/>
                    <a:pt x="519" y="547"/>
                  </a:cubicBezTo>
                  <a:cubicBezTo>
                    <a:pt x="513" y="475"/>
                    <a:pt x="504" y="404"/>
                    <a:pt x="491" y="332"/>
                  </a:cubicBezTo>
                  <a:cubicBezTo>
                    <a:pt x="476" y="266"/>
                    <a:pt x="457" y="195"/>
                    <a:pt x="423" y="124"/>
                  </a:cubicBezTo>
                  <a:cubicBezTo>
                    <a:pt x="410" y="91"/>
                    <a:pt x="390" y="58"/>
                    <a:pt x="353" y="29"/>
                  </a:cubicBezTo>
                  <a:cubicBezTo>
                    <a:pt x="338" y="15"/>
                    <a:pt x="314" y="6"/>
                    <a:pt x="291" y="1"/>
                  </a:cubicBezTo>
                  <a:close/>
                </a:path>
              </a:pathLst>
            </a:custGeom>
            <a:solidFill>
              <a:srgbClr val="E269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8347127" y="3763076"/>
              <a:ext cx="275973" cy="250851"/>
            </a:xfrm>
            <a:custGeom>
              <a:rect b="b" l="l" r="r" t="t"/>
              <a:pathLst>
                <a:path extrusionOk="0" h="8228" w="9052">
                  <a:moveTo>
                    <a:pt x="4522" y="0"/>
                  </a:moveTo>
                  <a:cubicBezTo>
                    <a:pt x="2660" y="0"/>
                    <a:pt x="973" y="1274"/>
                    <a:pt x="522" y="3166"/>
                  </a:cubicBezTo>
                  <a:cubicBezTo>
                    <a:pt x="1" y="5372"/>
                    <a:pt x="1363" y="7589"/>
                    <a:pt x="3575" y="8115"/>
                  </a:cubicBezTo>
                  <a:cubicBezTo>
                    <a:pt x="3895" y="8191"/>
                    <a:pt x="4215" y="8228"/>
                    <a:pt x="4531" y="8228"/>
                  </a:cubicBezTo>
                  <a:cubicBezTo>
                    <a:pt x="6389" y="8228"/>
                    <a:pt x="8074" y="6955"/>
                    <a:pt x="8524" y="5068"/>
                  </a:cubicBezTo>
                  <a:cubicBezTo>
                    <a:pt x="9052" y="2857"/>
                    <a:pt x="7685" y="640"/>
                    <a:pt x="5477" y="113"/>
                  </a:cubicBezTo>
                  <a:cubicBezTo>
                    <a:pt x="5157" y="37"/>
                    <a:pt x="4837" y="0"/>
                    <a:pt x="45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8356273" y="3941885"/>
              <a:ext cx="73231" cy="59786"/>
            </a:xfrm>
            <a:custGeom>
              <a:rect b="b" l="l" r="r" t="t"/>
              <a:pathLst>
                <a:path extrusionOk="0" h="1961" w="2402">
                  <a:moveTo>
                    <a:pt x="1253" y="0"/>
                  </a:moveTo>
                  <a:lnTo>
                    <a:pt x="0" y="1960"/>
                  </a:lnTo>
                  <a:lnTo>
                    <a:pt x="2401" y="959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8463467" y="3823105"/>
              <a:ext cx="47042" cy="120700"/>
            </a:xfrm>
            <a:custGeom>
              <a:rect b="b" l="l" r="r" t="t"/>
              <a:pathLst>
                <a:path extrusionOk="0" h="3959" w="1543">
                  <a:moveTo>
                    <a:pt x="1" y="0"/>
                  </a:moveTo>
                  <a:lnTo>
                    <a:pt x="1" y="3959"/>
                  </a:lnTo>
                  <a:lnTo>
                    <a:pt x="1543" y="3959"/>
                  </a:lnTo>
                  <a:lnTo>
                    <a:pt x="15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8"/>
            <p:cNvSpPr/>
            <p:nvPr/>
          </p:nvSpPr>
          <p:spPr>
            <a:xfrm>
              <a:off x="8426730" y="3859995"/>
              <a:ext cx="120700" cy="47042"/>
            </a:xfrm>
            <a:custGeom>
              <a:rect b="b" l="l" r="r" t="t"/>
              <a:pathLst>
                <a:path extrusionOk="0" h="1543" w="3959">
                  <a:moveTo>
                    <a:pt x="0" y="0"/>
                  </a:moveTo>
                  <a:lnTo>
                    <a:pt x="0" y="1542"/>
                  </a:lnTo>
                  <a:lnTo>
                    <a:pt x="3959" y="1542"/>
                  </a:lnTo>
                  <a:lnTo>
                    <a:pt x="3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0" name="Google Shape;1440;p18"/>
          <p:cNvGrpSpPr/>
          <p:nvPr/>
        </p:nvGrpSpPr>
        <p:grpSpPr>
          <a:xfrm flipH="1" rot="-519613">
            <a:off x="7335004" y="5705171"/>
            <a:ext cx="780667" cy="620601"/>
            <a:chOff x="2744849" y="4517299"/>
            <a:chExt cx="416249" cy="330902"/>
          </a:xfrm>
        </p:grpSpPr>
        <p:sp>
          <p:nvSpPr>
            <p:cNvPr id="1441" name="Google Shape;1441;p18"/>
            <p:cNvSpPr/>
            <p:nvPr/>
          </p:nvSpPr>
          <p:spPr>
            <a:xfrm>
              <a:off x="2744849" y="4517299"/>
              <a:ext cx="416249" cy="330902"/>
            </a:xfrm>
            <a:custGeom>
              <a:rect b="b" l="l" r="r" t="t"/>
              <a:pathLst>
                <a:path extrusionOk="0" h="12151" w="15285">
                  <a:moveTo>
                    <a:pt x="5024" y="1"/>
                  </a:moveTo>
                  <a:cubicBezTo>
                    <a:pt x="3877" y="1"/>
                    <a:pt x="2705" y="641"/>
                    <a:pt x="1968" y="2273"/>
                  </a:cubicBezTo>
                  <a:cubicBezTo>
                    <a:pt x="0" y="6616"/>
                    <a:pt x="6889" y="12151"/>
                    <a:pt x="6889" y="12151"/>
                  </a:cubicBezTo>
                  <a:cubicBezTo>
                    <a:pt x="6889" y="12151"/>
                    <a:pt x="15284" y="9389"/>
                    <a:pt x="14969" y="4634"/>
                  </a:cubicBezTo>
                  <a:cubicBezTo>
                    <a:pt x="14806" y="2140"/>
                    <a:pt x="13202" y="989"/>
                    <a:pt x="11615" y="989"/>
                  </a:cubicBezTo>
                  <a:cubicBezTo>
                    <a:pt x="10173" y="989"/>
                    <a:pt x="8744" y="1940"/>
                    <a:pt x="8423" y="3697"/>
                  </a:cubicBezTo>
                  <a:cubicBezTo>
                    <a:pt x="8772" y="1773"/>
                    <a:pt x="6933" y="1"/>
                    <a:pt x="50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2821236" y="4619312"/>
              <a:ext cx="295690" cy="94252"/>
            </a:xfrm>
            <a:custGeom>
              <a:rect b="b" l="l" r="r" t="t"/>
              <a:pathLst>
                <a:path extrusionOk="0" h="3461" w="10858">
                  <a:moveTo>
                    <a:pt x="2911" y="0"/>
                  </a:moveTo>
                  <a:cubicBezTo>
                    <a:pt x="2877" y="0"/>
                    <a:pt x="2846" y="16"/>
                    <a:pt x="2825" y="45"/>
                  </a:cubicBezTo>
                  <a:lnTo>
                    <a:pt x="1716" y="1638"/>
                  </a:lnTo>
                  <a:lnTo>
                    <a:pt x="138" y="1351"/>
                  </a:lnTo>
                  <a:cubicBezTo>
                    <a:pt x="133" y="1351"/>
                    <a:pt x="128" y="1350"/>
                    <a:pt x="123" y="1350"/>
                  </a:cubicBezTo>
                  <a:cubicBezTo>
                    <a:pt x="73" y="1350"/>
                    <a:pt x="23" y="1384"/>
                    <a:pt x="13" y="1438"/>
                  </a:cubicBezTo>
                  <a:cubicBezTo>
                    <a:pt x="0" y="1497"/>
                    <a:pt x="40" y="1552"/>
                    <a:pt x="99" y="1564"/>
                  </a:cubicBezTo>
                  <a:lnTo>
                    <a:pt x="1747" y="1863"/>
                  </a:lnTo>
                  <a:cubicBezTo>
                    <a:pt x="1753" y="1864"/>
                    <a:pt x="1759" y="1865"/>
                    <a:pt x="1764" y="1865"/>
                  </a:cubicBezTo>
                  <a:cubicBezTo>
                    <a:pt x="1799" y="1865"/>
                    <a:pt x="1834" y="1846"/>
                    <a:pt x="1854" y="1820"/>
                  </a:cubicBezTo>
                  <a:lnTo>
                    <a:pt x="2813" y="439"/>
                  </a:lnTo>
                  <a:lnTo>
                    <a:pt x="2873" y="2862"/>
                  </a:lnTo>
                  <a:cubicBezTo>
                    <a:pt x="2876" y="2913"/>
                    <a:pt x="2907" y="2952"/>
                    <a:pt x="2955" y="2965"/>
                  </a:cubicBezTo>
                  <a:cubicBezTo>
                    <a:pt x="2964" y="2967"/>
                    <a:pt x="2972" y="2968"/>
                    <a:pt x="2981" y="2968"/>
                  </a:cubicBezTo>
                  <a:cubicBezTo>
                    <a:pt x="3019" y="2968"/>
                    <a:pt x="3054" y="2949"/>
                    <a:pt x="3073" y="2918"/>
                  </a:cubicBezTo>
                  <a:lnTo>
                    <a:pt x="3679" y="1887"/>
                  </a:lnTo>
                  <a:lnTo>
                    <a:pt x="3887" y="2540"/>
                  </a:lnTo>
                  <a:cubicBezTo>
                    <a:pt x="3899" y="2575"/>
                    <a:pt x="3931" y="2602"/>
                    <a:pt x="3966" y="2611"/>
                  </a:cubicBezTo>
                  <a:cubicBezTo>
                    <a:pt x="3974" y="2612"/>
                    <a:pt x="3981" y="2613"/>
                    <a:pt x="3988" y="2613"/>
                  </a:cubicBezTo>
                  <a:cubicBezTo>
                    <a:pt x="4019" y="2613"/>
                    <a:pt x="4046" y="2601"/>
                    <a:pt x="4068" y="2579"/>
                  </a:cubicBezTo>
                  <a:lnTo>
                    <a:pt x="4694" y="1910"/>
                  </a:lnTo>
                  <a:lnTo>
                    <a:pt x="6404" y="2221"/>
                  </a:lnTo>
                  <a:cubicBezTo>
                    <a:pt x="6410" y="2222"/>
                    <a:pt x="6416" y="2222"/>
                    <a:pt x="6422" y="2222"/>
                  </a:cubicBezTo>
                  <a:cubicBezTo>
                    <a:pt x="6464" y="2222"/>
                    <a:pt x="6506" y="2199"/>
                    <a:pt x="6523" y="2158"/>
                  </a:cubicBezTo>
                  <a:lnTo>
                    <a:pt x="7054" y="888"/>
                  </a:lnTo>
                  <a:lnTo>
                    <a:pt x="7160" y="3357"/>
                  </a:lnTo>
                  <a:cubicBezTo>
                    <a:pt x="7165" y="3405"/>
                    <a:pt x="7196" y="3444"/>
                    <a:pt x="7239" y="3456"/>
                  </a:cubicBezTo>
                  <a:cubicBezTo>
                    <a:pt x="7247" y="3460"/>
                    <a:pt x="7259" y="3460"/>
                    <a:pt x="7266" y="3460"/>
                  </a:cubicBezTo>
                  <a:cubicBezTo>
                    <a:pt x="7301" y="3460"/>
                    <a:pt x="7337" y="3444"/>
                    <a:pt x="7357" y="3413"/>
                  </a:cubicBezTo>
                  <a:lnTo>
                    <a:pt x="8167" y="2233"/>
                  </a:lnTo>
                  <a:lnTo>
                    <a:pt x="8352" y="2905"/>
                  </a:lnTo>
                  <a:cubicBezTo>
                    <a:pt x="8364" y="2945"/>
                    <a:pt x="8396" y="2976"/>
                    <a:pt x="8439" y="2984"/>
                  </a:cubicBezTo>
                  <a:lnTo>
                    <a:pt x="10724" y="3397"/>
                  </a:lnTo>
                  <a:cubicBezTo>
                    <a:pt x="10729" y="3398"/>
                    <a:pt x="10734" y="3398"/>
                    <a:pt x="10739" y="3398"/>
                  </a:cubicBezTo>
                  <a:cubicBezTo>
                    <a:pt x="10790" y="3398"/>
                    <a:pt x="10839" y="3364"/>
                    <a:pt x="10850" y="3310"/>
                  </a:cubicBezTo>
                  <a:cubicBezTo>
                    <a:pt x="10858" y="3252"/>
                    <a:pt x="10818" y="3196"/>
                    <a:pt x="10760" y="3185"/>
                  </a:cubicBezTo>
                  <a:lnTo>
                    <a:pt x="8541" y="2783"/>
                  </a:lnTo>
                  <a:lnTo>
                    <a:pt x="8313" y="1954"/>
                  </a:lnTo>
                  <a:cubicBezTo>
                    <a:pt x="8301" y="1914"/>
                    <a:pt x="8269" y="1883"/>
                    <a:pt x="8227" y="1874"/>
                  </a:cubicBezTo>
                  <a:cubicBezTo>
                    <a:pt x="8221" y="1873"/>
                    <a:pt x="8215" y="1873"/>
                    <a:pt x="8210" y="1873"/>
                  </a:cubicBezTo>
                  <a:cubicBezTo>
                    <a:pt x="8175" y="1873"/>
                    <a:pt x="8140" y="1892"/>
                    <a:pt x="8120" y="1921"/>
                  </a:cubicBezTo>
                  <a:lnTo>
                    <a:pt x="7361" y="3027"/>
                  </a:lnTo>
                  <a:lnTo>
                    <a:pt x="7250" y="400"/>
                  </a:lnTo>
                  <a:cubicBezTo>
                    <a:pt x="7247" y="349"/>
                    <a:pt x="7212" y="305"/>
                    <a:pt x="7160" y="298"/>
                  </a:cubicBezTo>
                  <a:cubicBezTo>
                    <a:pt x="7153" y="296"/>
                    <a:pt x="7147" y="296"/>
                    <a:pt x="7141" y="296"/>
                  </a:cubicBezTo>
                  <a:cubicBezTo>
                    <a:pt x="7099" y="296"/>
                    <a:pt x="7059" y="319"/>
                    <a:pt x="7042" y="360"/>
                  </a:cubicBezTo>
                  <a:lnTo>
                    <a:pt x="6357" y="1992"/>
                  </a:lnTo>
                  <a:lnTo>
                    <a:pt x="4674" y="1690"/>
                  </a:lnTo>
                  <a:cubicBezTo>
                    <a:pt x="4667" y="1688"/>
                    <a:pt x="4659" y="1687"/>
                    <a:pt x="4651" y="1687"/>
                  </a:cubicBezTo>
                  <a:cubicBezTo>
                    <a:pt x="4623" y="1687"/>
                    <a:pt x="4594" y="1700"/>
                    <a:pt x="4576" y="1721"/>
                  </a:cubicBezTo>
                  <a:lnTo>
                    <a:pt x="4037" y="2299"/>
                  </a:lnTo>
                  <a:lnTo>
                    <a:pt x="3813" y="1591"/>
                  </a:lnTo>
                  <a:cubicBezTo>
                    <a:pt x="3801" y="1549"/>
                    <a:pt x="3766" y="1520"/>
                    <a:pt x="3722" y="1516"/>
                  </a:cubicBezTo>
                  <a:cubicBezTo>
                    <a:pt x="3719" y="1516"/>
                    <a:pt x="3715" y="1516"/>
                    <a:pt x="3712" y="1516"/>
                  </a:cubicBezTo>
                  <a:cubicBezTo>
                    <a:pt x="3672" y="1516"/>
                    <a:pt x="3637" y="1535"/>
                    <a:pt x="3616" y="1567"/>
                  </a:cubicBezTo>
                  <a:lnTo>
                    <a:pt x="3081" y="2480"/>
                  </a:lnTo>
                  <a:lnTo>
                    <a:pt x="3022" y="104"/>
                  </a:lnTo>
                  <a:cubicBezTo>
                    <a:pt x="3022" y="57"/>
                    <a:pt x="2991" y="18"/>
                    <a:pt x="2947" y="6"/>
                  </a:cubicBezTo>
                  <a:cubicBezTo>
                    <a:pt x="2935" y="2"/>
                    <a:pt x="2923" y="0"/>
                    <a:pt x="2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3" name="Google Shape;1443;p18"/>
          <p:cNvGrpSpPr/>
          <p:nvPr/>
        </p:nvGrpSpPr>
        <p:grpSpPr>
          <a:xfrm>
            <a:off x="9369901" y="2066319"/>
            <a:ext cx="251514" cy="251514"/>
            <a:chOff x="2840734" y="5254864"/>
            <a:chExt cx="180633" cy="180633"/>
          </a:xfrm>
        </p:grpSpPr>
        <p:sp>
          <p:nvSpPr>
            <p:cNvPr id="1444" name="Google Shape;1444;p18"/>
            <p:cNvSpPr/>
            <p:nvPr/>
          </p:nvSpPr>
          <p:spPr>
            <a:xfrm>
              <a:off x="2840734" y="5254864"/>
              <a:ext cx="180633" cy="180633"/>
            </a:xfrm>
            <a:custGeom>
              <a:rect b="b" l="l" r="r" t="t"/>
              <a:pathLst>
                <a:path extrusionOk="0" h="6633" w="6633">
                  <a:moveTo>
                    <a:pt x="3317" y="0"/>
                  </a:moveTo>
                  <a:cubicBezTo>
                    <a:pt x="2609" y="0"/>
                    <a:pt x="1952" y="220"/>
                    <a:pt x="1413" y="602"/>
                  </a:cubicBezTo>
                  <a:cubicBezTo>
                    <a:pt x="1098" y="822"/>
                    <a:pt x="822" y="1097"/>
                    <a:pt x="602" y="1413"/>
                  </a:cubicBezTo>
                  <a:cubicBezTo>
                    <a:pt x="221" y="1951"/>
                    <a:pt x="0" y="2608"/>
                    <a:pt x="0" y="3316"/>
                  </a:cubicBezTo>
                  <a:cubicBezTo>
                    <a:pt x="0" y="5146"/>
                    <a:pt x="1483" y="6633"/>
                    <a:pt x="3317" y="6633"/>
                  </a:cubicBezTo>
                  <a:cubicBezTo>
                    <a:pt x="4025" y="6633"/>
                    <a:pt x="4682" y="6412"/>
                    <a:pt x="5221" y="6030"/>
                  </a:cubicBezTo>
                  <a:cubicBezTo>
                    <a:pt x="5536" y="5810"/>
                    <a:pt x="5811" y="5535"/>
                    <a:pt x="6031" y="5220"/>
                  </a:cubicBezTo>
                  <a:cubicBezTo>
                    <a:pt x="6409" y="4681"/>
                    <a:pt x="6633" y="4024"/>
                    <a:pt x="6633" y="3316"/>
                  </a:cubicBezTo>
                  <a:cubicBezTo>
                    <a:pt x="6633" y="1483"/>
                    <a:pt x="5150" y="0"/>
                    <a:pt x="33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8"/>
            <p:cNvSpPr/>
            <p:nvPr/>
          </p:nvSpPr>
          <p:spPr>
            <a:xfrm>
              <a:off x="2857128" y="5271231"/>
              <a:ext cx="147872" cy="147872"/>
            </a:xfrm>
            <a:custGeom>
              <a:rect b="b" l="l" r="r" t="t"/>
              <a:pathLst>
                <a:path extrusionOk="0" h="5430" w="5430">
                  <a:moveTo>
                    <a:pt x="811" y="1"/>
                  </a:moveTo>
                  <a:cubicBezTo>
                    <a:pt x="496" y="221"/>
                    <a:pt x="220" y="496"/>
                    <a:pt x="0" y="812"/>
                  </a:cubicBezTo>
                  <a:lnTo>
                    <a:pt x="4619" y="5429"/>
                  </a:lnTo>
                  <a:cubicBezTo>
                    <a:pt x="4934" y="5209"/>
                    <a:pt x="5209" y="4934"/>
                    <a:pt x="5429" y="4619"/>
                  </a:cubicBezTo>
                  <a:lnTo>
                    <a:pt x="8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9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1451" name="Google Shape;14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19056">
            <a:off x="1124175" y="1273052"/>
            <a:ext cx="3858349" cy="5013899"/>
          </a:xfrm>
          <a:prstGeom prst="rect">
            <a:avLst/>
          </a:prstGeom>
          <a:noFill/>
          <a:ln cap="flat" cmpd="sng" w="28575">
            <a:solidFill>
              <a:srgbClr val="213B5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9840000" dist="76200">
              <a:srgbClr val="000000">
                <a:alpha val="50000"/>
              </a:srgbClr>
            </a:outerShdw>
          </a:effectLst>
        </p:spPr>
      </p:pic>
      <p:sp>
        <p:nvSpPr>
          <p:cNvPr id="1452" name="Google Shape;1452;p19"/>
          <p:cNvSpPr/>
          <p:nvPr/>
        </p:nvSpPr>
        <p:spPr>
          <a:xfrm>
            <a:off x="8759950" y="899700"/>
            <a:ext cx="641100" cy="641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9"/>
          <p:cNvSpPr/>
          <p:nvPr/>
        </p:nvSpPr>
        <p:spPr>
          <a:xfrm>
            <a:off x="8759950" y="2140231"/>
            <a:ext cx="641100" cy="641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9"/>
          <p:cNvSpPr/>
          <p:nvPr/>
        </p:nvSpPr>
        <p:spPr>
          <a:xfrm>
            <a:off x="8759950" y="3380763"/>
            <a:ext cx="641100" cy="641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9"/>
          <p:cNvSpPr/>
          <p:nvPr/>
        </p:nvSpPr>
        <p:spPr>
          <a:xfrm>
            <a:off x="8759950" y="4621294"/>
            <a:ext cx="641100" cy="641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9"/>
          <p:cNvSpPr/>
          <p:nvPr/>
        </p:nvSpPr>
        <p:spPr>
          <a:xfrm>
            <a:off x="8759950" y="5861825"/>
            <a:ext cx="641100" cy="641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7" name="Google Shape;1457;p19"/>
          <p:cNvGrpSpPr/>
          <p:nvPr/>
        </p:nvGrpSpPr>
        <p:grpSpPr>
          <a:xfrm>
            <a:off x="8879451" y="5949303"/>
            <a:ext cx="402098" cy="466143"/>
            <a:chOff x="8745831" y="2617172"/>
            <a:chExt cx="466038" cy="540268"/>
          </a:xfrm>
        </p:grpSpPr>
        <p:sp>
          <p:nvSpPr>
            <p:cNvPr id="1458" name="Google Shape;1458;p19"/>
            <p:cNvSpPr/>
            <p:nvPr/>
          </p:nvSpPr>
          <p:spPr>
            <a:xfrm>
              <a:off x="8745831" y="2620811"/>
              <a:ext cx="374161" cy="536629"/>
            </a:xfrm>
            <a:custGeom>
              <a:rect b="b" l="l" r="r" t="t"/>
              <a:pathLst>
                <a:path extrusionOk="0" h="13714" w="9562">
                  <a:moveTo>
                    <a:pt x="5247" y="1"/>
                  </a:moveTo>
                  <a:cubicBezTo>
                    <a:pt x="4766" y="1"/>
                    <a:pt x="4382" y="389"/>
                    <a:pt x="4382" y="864"/>
                  </a:cubicBezTo>
                  <a:cubicBezTo>
                    <a:pt x="4382" y="391"/>
                    <a:pt x="3999" y="5"/>
                    <a:pt x="3521" y="5"/>
                  </a:cubicBezTo>
                  <a:cubicBezTo>
                    <a:pt x="3509" y="5"/>
                    <a:pt x="3496" y="5"/>
                    <a:pt x="3484" y="6"/>
                  </a:cubicBezTo>
                  <a:cubicBezTo>
                    <a:pt x="3019" y="22"/>
                    <a:pt x="2708" y="420"/>
                    <a:pt x="2708" y="884"/>
                  </a:cubicBezTo>
                  <a:cubicBezTo>
                    <a:pt x="2708" y="1186"/>
                    <a:pt x="2651" y="3198"/>
                    <a:pt x="2651" y="3464"/>
                  </a:cubicBezTo>
                  <a:lnTo>
                    <a:pt x="1477" y="3999"/>
                  </a:lnTo>
                  <a:cubicBezTo>
                    <a:pt x="1477" y="3999"/>
                    <a:pt x="0" y="4572"/>
                    <a:pt x="322" y="5833"/>
                  </a:cubicBezTo>
                  <a:lnTo>
                    <a:pt x="1150" y="7718"/>
                  </a:lnTo>
                  <a:cubicBezTo>
                    <a:pt x="1150" y="7723"/>
                    <a:pt x="1395" y="8239"/>
                    <a:pt x="1773" y="8612"/>
                  </a:cubicBezTo>
                  <a:lnTo>
                    <a:pt x="1773" y="8633"/>
                  </a:lnTo>
                  <a:cubicBezTo>
                    <a:pt x="1777" y="8638"/>
                    <a:pt x="2319" y="9173"/>
                    <a:pt x="2319" y="9173"/>
                  </a:cubicBezTo>
                  <a:cubicBezTo>
                    <a:pt x="2605" y="9454"/>
                    <a:pt x="2656" y="9935"/>
                    <a:pt x="2661" y="10507"/>
                  </a:cubicBezTo>
                  <a:lnTo>
                    <a:pt x="2661" y="13341"/>
                  </a:lnTo>
                  <a:cubicBezTo>
                    <a:pt x="2656" y="13551"/>
                    <a:pt x="2826" y="13714"/>
                    <a:pt x="3029" y="13714"/>
                  </a:cubicBezTo>
                  <a:lnTo>
                    <a:pt x="7953" y="13714"/>
                  </a:lnTo>
                  <a:cubicBezTo>
                    <a:pt x="8158" y="13714"/>
                    <a:pt x="8326" y="13551"/>
                    <a:pt x="8326" y="13341"/>
                  </a:cubicBezTo>
                  <a:lnTo>
                    <a:pt x="8326" y="10057"/>
                  </a:lnTo>
                  <a:cubicBezTo>
                    <a:pt x="8326" y="8811"/>
                    <a:pt x="9561" y="8923"/>
                    <a:pt x="9561" y="7370"/>
                  </a:cubicBezTo>
                  <a:lnTo>
                    <a:pt x="9561" y="6293"/>
                  </a:lnTo>
                  <a:lnTo>
                    <a:pt x="9031" y="7151"/>
                  </a:lnTo>
                  <a:cubicBezTo>
                    <a:pt x="9017" y="7167"/>
                    <a:pt x="8999" y="7174"/>
                    <a:pt x="8981" y="7174"/>
                  </a:cubicBezTo>
                  <a:cubicBezTo>
                    <a:pt x="8959" y="7174"/>
                    <a:pt x="8937" y="7162"/>
                    <a:pt x="8929" y="7136"/>
                  </a:cubicBezTo>
                  <a:lnTo>
                    <a:pt x="8826" y="6727"/>
                  </a:lnTo>
                  <a:cubicBezTo>
                    <a:pt x="8817" y="6700"/>
                    <a:pt x="8797" y="6685"/>
                    <a:pt x="8771" y="6685"/>
                  </a:cubicBezTo>
                  <a:cubicBezTo>
                    <a:pt x="8767" y="6685"/>
                    <a:pt x="8764" y="6686"/>
                    <a:pt x="8760" y="6686"/>
                  </a:cubicBezTo>
                  <a:lnTo>
                    <a:pt x="8285" y="6804"/>
                  </a:lnTo>
                  <a:cubicBezTo>
                    <a:pt x="8280" y="6806"/>
                    <a:pt x="8275" y="6806"/>
                    <a:pt x="8270" y="6806"/>
                  </a:cubicBezTo>
                  <a:cubicBezTo>
                    <a:pt x="8231" y="6806"/>
                    <a:pt x="8202" y="6759"/>
                    <a:pt x="8229" y="6722"/>
                  </a:cubicBezTo>
                  <a:lnTo>
                    <a:pt x="9537" y="4765"/>
                  </a:lnTo>
                  <a:lnTo>
                    <a:pt x="8418" y="3162"/>
                  </a:lnTo>
                  <a:cubicBezTo>
                    <a:pt x="8229" y="2876"/>
                    <a:pt x="8250" y="2504"/>
                    <a:pt x="8464" y="2233"/>
                  </a:cubicBezTo>
                  <a:lnTo>
                    <a:pt x="8740" y="1880"/>
                  </a:lnTo>
                  <a:lnTo>
                    <a:pt x="9561" y="1880"/>
                  </a:lnTo>
                  <a:cubicBezTo>
                    <a:pt x="9561" y="1318"/>
                    <a:pt x="9506" y="991"/>
                    <a:pt x="9506" y="884"/>
                  </a:cubicBezTo>
                  <a:cubicBezTo>
                    <a:pt x="9506" y="420"/>
                    <a:pt x="9200" y="22"/>
                    <a:pt x="8729" y="6"/>
                  </a:cubicBezTo>
                  <a:cubicBezTo>
                    <a:pt x="8717" y="5"/>
                    <a:pt x="8704" y="5"/>
                    <a:pt x="8692" y="5"/>
                  </a:cubicBezTo>
                  <a:cubicBezTo>
                    <a:pt x="8219" y="5"/>
                    <a:pt x="7835" y="391"/>
                    <a:pt x="7835" y="864"/>
                  </a:cubicBezTo>
                  <a:cubicBezTo>
                    <a:pt x="7835" y="389"/>
                    <a:pt x="7447" y="1"/>
                    <a:pt x="6973" y="1"/>
                  </a:cubicBezTo>
                  <a:cubicBezTo>
                    <a:pt x="6492" y="1"/>
                    <a:pt x="6110" y="389"/>
                    <a:pt x="6110" y="864"/>
                  </a:cubicBezTo>
                  <a:cubicBezTo>
                    <a:pt x="6110" y="389"/>
                    <a:pt x="5721" y="1"/>
                    <a:pt x="5247" y="1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9"/>
            <p:cNvSpPr/>
            <p:nvPr/>
          </p:nvSpPr>
          <p:spPr>
            <a:xfrm>
              <a:off x="8756592" y="2765710"/>
              <a:ext cx="140594" cy="391730"/>
            </a:xfrm>
            <a:custGeom>
              <a:rect b="b" l="l" r="r" t="t"/>
              <a:pathLst>
                <a:path extrusionOk="0" h="10011" w="3593">
                  <a:moveTo>
                    <a:pt x="1922" y="1"/>
                  </a:moveTo>
                  <a:lnTo>
                    <a:pt x="1202" y="333"/>
                  </a:lnTo>
                  <a:cubicBezTo>
                    <a:pt x="1202" y="333"/>
                    <a:pt x="1" y="798"/>
                    <a:pt x="7" y="1814"/>
                  </a:cubicBezTo>
                  <a:cubicBezTo>
                    <a:pt x="12" y="1927"/>
                    <a:pt x="22" y="2043"/>
                    <a:pt x="52" y="2161"/>
                  </a:cubicBezTo>
                  <a:lnTo>
                    <a:pt x="875" y="4035"/>
                  </a:lnTo>
                  <a:cubicBezTo>
                    <a:pt x="880" y="4046"/>
                    <a:pt x="1120" y="4556"/>
                    <a:pt x="1498" y="4930"/>
                  </a:cubicBezTo>
                  <a:cubicBezTo>
                    <a:pt x="1502" y="4935"/>
                    <a:pt x="2044" y="5470"/>
                    <a:pt x="2044" y="5470"/>
                  </a:cubicBezTo>
                  <a:cubicBezTo>
                    <a:pt x="2330" y="5751"/>
                    <a:pt x="2381" y="6232"/>
                    <a:pt x="2386" y="6804"/>
                  </a:cubicBezTo>
                  <a:lnTo>
                    <a:pt x="2386" y="9638"/>
                  </a:lnTo>
                  <a:cubicBezTo>
                    <a:pt x="2386" y="9848"/>
                    <a:pt x="2551" y="10011"/>
                    <a:pt x="2754" y="10011"/>
                  </a:cubicBezTo>
                  <a:lnTo>
                    <a:pt x="3592" y="10011"/>
                  </a:lnTo>
                  <a:cubicBezTo>
                    <a:pt x="3388" y="10011"/>
                    <a:pt x="3219" y="9848"/>
                    <a:pt x="3219" y="9638"/>
                  </a:cubicBezTo>
                  <a:cubicBezTo>
                    <a:pt x="3219" y="9122"/>
                    <a:pt x="3225" y="6854"/>
                    <a:pt x="3225" y="6804"/>
                  </a:cubicBezTo>
                  <a:cubicBezTo>
                    <a:pt x="3219" y="6232"/>
                    <a:pt x="3168" y="5751"/>
                    <a:pt x="2882" y="5470"/>
                  </a:cubicBezTo>
                  <a:cubicBezTo>
                    <a:pt x="2882" y="5470"/>
                    <a:pt x="2336" y="4935"/>
                    <a:pt x="2336" y="4930"/>
                  </a:cubicBezTo>
                  <a:cubicBezTo>
                    <a:pt x="1957" y="4556"/>
                    <a:pt x="1712" y="4046"/>
                    <a:pt x="1712" y="4035"/>
                  </a:cubicBezTo>
                  <a:lnTo>
                    <a:pt x="890" y="2161"/>
                  </a:lnTo>
                  <a:cubicBezTo>
                    <a:pt x="620" y="1119"/>
                    <a:pt x="1585" y="266"/>
                    <a:pt x="1922" y="1"/>
                  </a:cubicBezTo>
                  <a:close/>
                </a:path>
              </a:pathLst>
            </a:custGeom>
            <a:solidFill>
              <a:srgbClr val="E596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19"/>
            <p:cNvSpPr/>
            <p:nvPr/>
          </p:nvSpPr>
          <p:spPr>
            <a:xfrm>
              <a:off x="8833795" y="2789344"/>
              <a:ext cx="114142" cy="96377"/>
            </a:xfrm>
            <a:custGeom>
              <a:rect b="b" l="l" r="r" t="t"/>
              <a:pathLst>
                <a:path extrusionOk="0" h="2463" w="2917">
                  <a:moveTo>
                    <a:pt x="2548" y="1"/>
                  </a:moveTo>
                  <a:cubicBezTo>
                    <a:pt x="2503" y="1"/>
                    <a:pt x="2458" y="15"/>
                    <a:pt x="2421" y="45"/>
                  </a:cubicBezTo>
                  <a:cubicBezTo>
                    <a:pt x="2094" y="300"/>
                    <a:pt x="434" y="1613"/>
                    <a:pt x="107" y="1868"/>
                  </a:cubicBezTo>
                  <a:cubicBezTo>
                    <a:pt x="15" y="1940"/>
                    <a:pt x="0" y="2073"/>
                    <a:pt x="71" y="2160"/>
                  </a:cubicBezTo>
                  <a:cubicBezTo>
                    <a:pt x="112" y="2213"/>
                    <a:pt x="174" y="2240"/>
                    <a:pt x="237" y="2240"/>
                  </a:cubicBezTo>
                  <a:cubicBezTo>
                    <a:pt x="283" y="2240"/>
                    <a:pt x="329" y="2226"/>
                    <a:pt x="368" y="2195"/>
                  </a:cubicBezTo>
                  <a:lnTo>
                    <a:pt x="1282" y="1470"/>
                  </a:lnTo>
                  <a:cubicBezTo>
                    <a:pt x="1604" y="1557"/>
                    <a:pt x="2115" y="1782"/>
                    <a:pt x="2508" y="2369"/>
                  </a:cubicBezTo>
                  <a:cubicBezTo>
                    <a:pt x="2546" y="2430"/>
                    <a:pt x="2612" y="2463"/>
                    <a:pt x="2679" y="2463"/>
                  </a:cubicBezTo>
                  <a:cubicBezTo>
                    <a:pt x="2719" y="2463"/>
                    <a:pt x="2759" y="2451"/>
                    <a:pt x="2794" y="2426"/>
                  </a:cubicBezTo>
                  <a:cubicBezTo>
                    <a:pt x="2891" y="2365"/>
                    <a:pt x="2916" y="2231"/>
                    <a:pt x="2855" y="2139"/>
                  </a:cubicBezTo>
                  <a:cubicBezTo>
                    <a:pt x="2492" y="1592"/>
                    <a:pt x="2038" y="1312"/>
                    <a:pt x="1675" y="1163"/>
                  </a:cubicBezTo>
                  <a:lnTo>
                    <a:pt x="2676" y="373"/>
                  </a:lnTo>
                  <a:cubicBezTo>
                    <a:pt x="2768" y="300"/>
                    <a:pt x="2784" y="173"/>
                    <a:pt x="2712" y="81"/>
                  </a:cubicBezTo>
                  <a:cubicBezTo>
                    <a:pt x="2671" y="28"/>
                    <a:pt x="2609" y="1"/>
                    <a:pt x="2548" y="1"/>
                  </a:cubicBezTo>
                  <a:close/>
                </a:path>
              </a:pathLst>
            </a:custGeom>
            <a:solidFill>
              <a:srgbClr val="E596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19"/>
            <p:cNvSpPr/>
            <p:nvPr/>
          </p:nvSpPr>
          <p:spPr>
            <a:xfrm>
              <a:off x="8985072" y="2617525"/>
              <a:ext cx="67382" cy="219089"/>
            </a:xfrm>
            <a:custGeom>
              <a:rect b="b" l="l" r="r" t="t"/>
              <a:pathLst>
                <a:path extrusionOk="0" h="5599" w="1722">
                  <a:moveTo>
                    <a:pt x="860" y="0"/>
                  </a:moveTo>
                  <a:cubicBezTo>
                    <a:pt x="839" y="0"/>
                    <a:pt x="818" y="1"/>
                    <a:pt x="797" y="3"/>
                  </a:cubicBezTo>
                  <a:cubicBezTo>
                    <a:pt x="342" y="38"/>
                    <a:pt x="0" y="427"/>
                    <a:pt x="0" y="881"/>
                  </a:cubicBezTo>
                  <a:lnTo>
                    <a:pt x="0" y="4717"/>
                  </a:lnTo>
                  <a:cubicBezTo>
                    <a:pt x="0" y="5172"/>
                    <a:pt x="342" y="5565"/>
                    <a:pt x="797" y="5596"/>
                  </a:cubicBezTo>
                  <a:cubicBezTo>
                    <a:pt x="818" y="5597"/>
                    <a:pt x="839" y="5598"/>
                    <a:pt x="860" y="5598"/>
                  </a:cubicBezTo>
                  <a:cubicBezTo>
                    <a:pt x="1336" y="5598"/>
                    <a:pt x="1721" y="5212"/>
                    <a:pt x="1721" y="4738"/>
                  </a:cubicBezTo>
                  <a:lnTo>
                    <a:pt x="1721" y="866"/>
                  </a:lnTo>
                  <a:cubicBezTo>
                    <a:pt x="1721" y="386"/>
                    <a:pt x="1336" y="0"/>
                    <a:pt x="860" y="0"/>
                  </a:cubicBezTo>
                  <a:close/>
                </a:path>
              </a:pathLst>
            </a:custGeom>
            <a:solidFill>
              <a:srgbClr val="F7B5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19"/>
            <p:cNvSpPr/>
            <p:nvPr/>
          </p:nvSpPr>
          <p:spPr>
            <a:xfrm>
              <a:off x="8985072" y="2617172"/>
              <a:ext cx="50204" cy="219832"/>
            </a:xfrm>
            <a:custGeom>
              <a:rect b="b" l="l" r="r" t="t"/>
              <a:pathLst>
                <a:path extrusionOk="0" h="5618" w="1283">
                  <a:moveTo>
                    <a:pt x="857" y="1"/>
                  </a:moveTo>
                  <a:cubicBezTo>
                    <a:pt x="822" y="1"/>
                    <a:pt x="786" y="3"/>
                    <a:pt x="751" y="7"/>
                  </a:cubicBezTo>
                  <a:cubicBezTo>
                    <a:pt x="317" y="63"/>
                    <a:pt x="0" y="441"/>
                    <a:pt x="0" y="881"/>
                  </a:cubicBezTo>
                  <a:lnTo>
                    <a:pt x="0" y="4736"/>
                  </a:lnTo>
                  <a:cubicBezTo>
                    <a:pt x="0" y="5176"/>
                    <a:pt x="317" y="5553"/>
                    <a:pt x="751" y="5610"/>
                  </a:cubicBezTo>
                  <a:cubicBezTo>
                    <a:pt x="789" y="5615"/>
                    <a:pt x="827" y="5617"/>
                    <a:pt x="865" y="5617"/>
                  </a:cubicBezTo>
                  <a:cubicBezTo>
                    <a:pt x="1017" y="5617"/>
                    <a:pt x="1160" y="5577"/>
                    <a:pt x="1283" y="5508"/>
                  </a:cubicBezTo>
                  <a:cubicBezTo>
                    <a:pt x="1017" y="5360"/>
                    <a:pt x="833" y="5079"/>
                    <a:pt x="833" y="4752"/>
                  </a:cubicBezTo>
                  <a:lnTo>
                    <a:pt x="833" y="865"/>
                  </a:lnTo>
                  <a:cubicBezTo>
                    <a:pt x="833" y="537"/>
                    <a:pt x="1017" y="257"/>
                    <a:pt x="1283" y="108"/>
                  </a:cubicBezTo>
                  <a:cubicBezTo>
                    <a:pt x="1158" y="38"/>
                    <a:pt x="1012" y="1"/>
                    <a:pt x="857" y="1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19"/>
            <p:cNvSpPr/>
            <p:nvPr/>
          </p:nvSpPr>
          <p:spPr>
            <a:xfrm>
              <a:off x="9052415" y="2617329"/>
              <a:ext cx="67578" cy="219519"/>
            </a:xfrm>
            <a:custGeom>
              <a:rect b="b" l="l" r="r" t="t"/>
              <a:pathLst>
                <a:path extrusionOk="0" h="5610" w="1727">
                  <a:moveTo>
                    <a:pt x="867" y="0"/>
                  </a:moveTo>
                  <a:cubicBezTo>
                    <a:pt x="390" y="0"/>
                    <a:pt x="0" y="386"/>
                    <a:pt x="0" y="866"/>
                  </a:cubicBezTo>
                  <a:lnTo>
                    <a:pt x="0" y="4732"/>
                  </a:lnTo>
                  <a:cubicBezTo>
                    <a:pt x="0" y="5120"/>
                    <a:pt x="307" y="5514"/>
                    <a:pt x="685" y="5590"/>
                  </a:cubicBezTo>
                  <a:cubicBezTo>
                    <a:pt x="750" y="5603"/>
                    <a:pt x="814" y="5610"/>
                    <a:pt x="876" y="5610"/>
                  </a:cubicBezTo>
                  <a:cubicBezTo>
                    <a:pt x="984" y="5610"/>
                    <a:pt x="1087" y="5590"/>
                    <a:pt x="1181" y="5554"/>
                  </a:cubicBezTo>
                  <a:lnTo>
                    <a:pt x="1630" y="4861"/>
                  </a:lnTo>
                  <a:lnTo>
                    <a:pt x="1691" y="3267"/>
                  </a:lnTo>
                  <a:lnTo>
                    <a:pt x="1217" y="3267"/>
                  </a:lnTo>
                  <a:lnTo>
                    <a:pt x="1217" y="2536"/>
                  </a:lnTo>
                  <a:lnTo>
                    <a:pt x="1707" y="2536"/>
                  </a:lnTo>
                  <a:lnTo>
                    <a:pt x="1726" y="1964"/>
                  </a:lnTo>
                  <a:lnTo>
                    <a:pt x="1726" y="882"/>
                  </a:lnTo>
                  <a:cubicBezTo>
                    <a:pt x="1726" y="427"/>
                    <a:pt x="1384" y="38"/>
                    <a:pt x="930" y="3"/>
                  </a:cubicBezTo>
                  <a:cubicBezTo>
                    <a:pt x="909" y="1"/>
                    <a:pt x="888" y="0"/>
                    <a:pt x="867" y="0"/>
                  </a:cubicBezTo>
                  <a:close/>
                </a:path>
              </a:pathLst>
            </a:custGeom>
            <a:solidFill>
              <a:srgbClr val="F7B5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19"/>
            <p:cNvSpPr/>
            <p:nvPr/>
          </p:nvSpPr>
          <p:spPr>
            <a:xfrm>
              <a:off x="9052415" y="2617172"/>
              <a:ext cx="50399" cy="219754"/>
            </a:xfrm>
            <a:custGeom>
              <a:rect b="b" l="l" r="r" t="t"/>
              <a:pathLst>
                <a:path extrusionOk="0" h="5616" w="1288">
                  <a:moveTo>
                    <a:pt x="862" y="1"/>
                  </a:moveTo>
                  <a:cubicBezTo>
                    <a:pt x="827" y="1"/>
                    <a:pt x="792" y="3"/>
                    <a:pt x="757" y="7"/>
                  </a:cubicBezTo>
                  <a:cubicBezTo>
                    <a:pt x="323" y="63"/>
                    <a:pt x="0" y="441"/>
                    <a:pt x="0" y="881"/>
                  </a:cubicBezTo>
                  <a:lnTo>
                    <a:pt x="0" y="4736"/>
                  </a:lnTo>
                  <a:cubicBezTo>
                    <a:pt x="0" y="5140"/>
                    <a:pt x="323" y="5539"/>
                    <a:pt x="721" y="5605"/>
                  </a:cubicBezTo>
                  <a:cubicBezTo>
                    <a:pt x="769" y="5612"/>
                    <a:pt x="815" y="5616"/>
                    <a:pt x="861" y="5616"/>
                  </a:cubicBezTo>
                  <a:cubicBezTo>
                    <a:pt x="972" y="5616"/>
                    <a:pt x="1077" y="5595"/>
                    <a:pt x="1175" y="5558"/>
                  </a:cubicBezTo>
                  <a:lnTo>
                    <a:pt x="1231" y="5477"/>
                  </a:lnTo>
                  <a:cubicBezTo>
                    <a:pt x="991" y="5318"/>
                    <a:pt x="838" y="5053"/>
                    <a:pt x="838" y="4752"/>
                  </a:cubicBezTo>
                  <a:lnTo>
                    <a:pt x="838" y="865"/>
                  </a:lnTo>
                  <a:cubicBezTo>
                    <a:pt x="838" y="537"/>
                    <a:pt x="1017" y="257"/>
                    <a:pt x="1288" y="108"/>
                  </a:cubicBezTo>
                  <a:cubicBezTo>
                    <a:pt x="1158" y="38"/>
                    <a:pt x="1015" y="1"/>
                    <a:pt x="862" y="1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9"/>
            <p:cNvSpPr/>
            <p:nvPr/>
          </p:nvSpPr>
          <p:spPr>
            <a:xfrm>
              <a:off x="8849956" y="2617525"/>
              <a:ext cx="67617" cy="138638"/>
            </a:xfrm>
            <a:custGeom>
              <a:rect b="b" l="l" r="r" t="t"/>
              <a:pathLst>
                <a:path extrusionOk="0" h="3543" w="1728">
                  <a:moveTo>
                    <a:pt x="868" y="0"/>
                  </a:moveTo>
                  <a:cubicBezTo>
                    <a:pt x="390" y="0"/>
                    <a:pt x="0" y="386"/>
                    <a:pt x="0" y="866"/>
                  </a:cubicBezTo>
                  <a:lnTo>
                    <a:pt x="0" y="3543"/>
                  </a:lnTo>
                  <a:lnTo>
                    <a:pt x="813" y="3175"/>
                  </a:lnTo>
                  <a:cubicBezTo>
                    <a:pt x="941" y="3112"/>
                    <a:pt x="1070" y="3084"/>
                    <a:pt x="1193" y="3084"/>
                  </a:cubicBezTo>
                  <a:cubicBezTo>
                    <a:pt x="1393" y="3084"/>
                    <a:pt x="1579" y="3159"/>
                    <a:pt x="1727" y="3282"/>
                  </a:cubicBezTo>
                  <a:lnTo>
                    <a:pt x="1727" y="881"/>
                  </a:lnTo>
                  <a:cubicBezTo>
                    <a:pt x="1727" y="427"/>
                    <a:pt x="1379" y="38"/>
                    <a:pt x="931" y="3"/>
                  </a:cubicBezTo>
                  <a:cubicBezTo>
                    <a:pt x="910" y="1"/>
                    <a:pt x="889" y="0"/>
                    <a:pt x="868" y="0"/>
                  </a:cubicBezTo>
                  <a:close/>
                </a:path>
              </a:pathLst>
            </a:custGeom>
            <a:solidFill>
              <a:srgbClr val="F7B5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9"/>
            <p:cNvSpPr/>
            <p:nvPr/>
          </p:nvSpPr>
          <p:spPr>
            <a:xfrm>
              <a:off x="8849956" y="2617329"/>
              <a:ext cx="50204" cy="139225"/>
            </a:xfrm>
            <a:custGeom>
              <a:rect b="b" l="l" r="r" t="t"/>
              <a:pathLst>
                <a:path extrusionOk="0" h="3558" w="1283">
                  <a:moveTo>
                    <a:pt x="869" y="0"/>
                  </a:moveTo>
                  <a:cubicBezTo>
                    <a:pt x="832" y="0"/>
                    <a:pt x="795" y="2"/>
                    <a:pt x="757" y="8"/>
                  </a:cubicBezTo>
                  <a:cubicBezTo>
                    <a:pt x="323" y="59"/>
                    <a:pt x="0" y="441"/>
                    <a:pt x="0" y="882"/>
                  </a:cubicBezTo>
                  <a:lnTo>
                    <a:pt x="0" y="3558"/>
                  </a:lnTo>
                  <a:lnTo>
                    <a:pt x="818" y="3185"/>
                  </a:lnTo>
                  <a:cubicBezTo>
                    <a:pt x="823" y="3180"/>
                    <a:pt x="828" y="3175"/>
                    <a:pt x="839" y="3175"/>
                  </a:cubicBezTo>
                  <a:lnTo>
                    <a:pt x="839" y="866"/>
                  </a:lnTo>
                  <a:cubicBezTo>
                    <a:pt x="839" y="540"/>
                    <a:pt x="1016" y="253"/>
                    <a:pt x="1282" y="111"/>
                  </a:cubicBezTo>
                  <a:cubicBezTo>
                    <a:pt x="1159" y="41"/>
                    <a:pt x="1020" y="0"/>
                    <a:pt x="869" y="0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9"/>
            <p:cNvSpPr/>
            <p:nvPr/>
          </p:nvSpPr>
          <p:spPr>
            <a:xfrm>
              <a:off x="8917533" y="2617564"/>
              <a:ext cx="67578" cy="219011"/>
            </a:xfrm>
            <a:custGeom>
              <a:rect b="b" l="l" r="r" t="t"/>
              <a:pathLst>
                <a:path extrusionOk="0" h="5597" w="1727">
                  <a:moveTo>
                    <a:pt x="860" y="1"/>
                  </a:moveTo>
                  <a:cubicBezTo>
                    <a:pt x="662" y="1"/>
                    <a:pt x="448" y="67"/>
                    <a:pt x="240" y="221"/>
                  </a:cubicBezTo>
                  <a:cubicBezTo>
                    <a:pt x="86" y="334"/>
                    <a:pt x="0" y="518"/>
                    <a:pt x="0" y="706"/>
                  </a:cubicBezTo>
                  <a:lnTo>
                    <a:pt x="0" y="3281"/>
                  </a:lnTo>
                  <a:cubicBezTo>
                    <a:pt x="373" y="3587"/>
                    <a:pt x="501" y="4190"/>
                    <a:pt x="0" y="4645"/>
                  </a:cubicBezTo>
                  <a:lnTo>
                    <a:pt x="0" y="4890"/>
                  </a:lnTo>
                  <a:cubicBezTo>
                    <a:pt x="0" y="5079"/>
                    <a:pt x="86" y="5263"/>
                    <a:pt x="240" y="5376"/>
                  </a:cubicBezTo>
                  <a:cubicBezTo>
                    <a:pt x="449" y="5530"/>
                    <a:pt x="663" y="5597"/>
                    <a:pt x="862" y="5597"/>
                  </a:cubicBezTo>
                  <a:cubicBezTo>
                    <a:pt x="1340" y="5597"/>
                    <a:pt x="1726" y="5213"/>
                    <a:pt x="1726" y="4737"/>
                  </a:cubicBezTo>
                  <a:lnTo>
                    <a:pt x="1726" y="865"/>
                  </a:lnTo>
                  <a:cubicBezTo>
                    <a:pt x="1726" y="388"/>
                    <a:pt x="1338" y="1"/>
                    <a:pt x="860" y="1"/>
                  </a:cubicBezTo>
                  <a:close/>
                </a:path>
              </a:pathLst>
            </a:custGeom>
            <a:solidFill>
              <a:srgbClr val="F7B5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19"/>
            <p:cNvSpPr/>
            <p:nvPr/>
          </p:nvSpPr>
          <p:spPr>
            <a:xfrm>
              <a:off x="8917533" y="2617172"/>
              <a:ext cx="50165" cy="219832"/>
            </a:xfrm>
            <a:custGeom>
              <a:rect b="b" l="l" r="r" t="t"/>
              <a:pathLst>
                <a:path extrusionOk="0" h="5618" w="1282">
                  <a:moveTo>
                    <a:pt x="859" y="1"/>
                  </a:moveTo>
                  <a:cubicBezTo>
                    <a:pt x="825" y="1"/>
                    <a:pt x="790" y="3"/>
                    <a:pt x="756" y="7"/>
                  </a:cubicBezTo>
                  <a:cubicBezTo>
                    <a:pt x="322" y="63"/>
                    <a:pt x="0" y="441"/>
                    <a:pt x="0" y="881"/>
                  </a:cubicBezTo>
                  <a:lnTo>
                    <a:pt x="0" y="3291"/>
                  </a:lnTo>
                  <a:cubicBezTo>
                    <a:pt x="373" y="3597"/>
                    <a:pt x="501" y="4205"/>
                    <a:pt x="0" y="4660"/>
                  </a:cubicBezTo>
                  <a:lnTo>
                    <a:pt x="0" y="4736"/>
                  </a:lnTo>
                  <a:cubicBezTo>
                    <a:pt x="0" y="5176"/>
                    <a:pt x="322" y="5553"/>
                    <a:pt x="756" y="5610"/>
                  </a:cubicBezTo>
                  <a:cubicBezTo>
                    <a:pt x="793" y="5615"/>
                    <a:pt x="830" y="5617"/>
                    <a:pt x="867" y="5617"/>
                  </a:cubicBezTo>
                  <a:cubicBezTo>
                    <a:pt x="1016" y="5617"/>
                    <a:pt x="1159" y="5577"/>
                    <a:pt x="1281" y="5508"/>
                  </a:cubicBezTo>
                  <a:cubicBezTo>
                    <a:pt x="1017" y="5360"/>
                    <a:pt x="833" y="5079"/>
                    <a:pt x="833" y="4752"/>
                  </a:cubicBezTo>
                  <a:lnTo>
                    <a:pt x="833" y="865"/>
                  </a:lnTo>
                  <a:cubicBezTo>
                    <a:pt x="833" y="544"/>
                    <a:pt x="1017" y="257"/>
                    <a:pt x="1281" y="108"/>
                  </a:cubicBezTo>
                  <a:cubicBezTo>
                    <a:pt x="1156" y="38"/>
                    <a:pt x="1011" y="1"/>
                    <a:pt x="859" y="1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19"/>
            <p:cNvSpPr/>
            <p:nvPr/>
          </p:nvSpPr>
          <p:spPr>
            <a:xfrm>
              <a:off x="9087397" y="2694337"/>
              <a:ext cx="101934" cy="31852"/>
            </a:xfrm>
            <a:custGeom>
              <a:rect b="b" l="l" r="r" t="t"/>
              <a:pathLst>
                <a:path extrusionOk="0" h="814" w="2605">
                  <a:moveTo>
                    <a:pt x="0" y="1"/>
                  </a:moveTo>
                  <a:lnTo>
                    <a:pt x="465" y="814"/>
                  </a:lnTo>
                  <a:lnTo>
                    <a:pt x="2140" y="814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19"/>
            <p:cNvSpPr/>
            <p:nvPr/>
          </p:nvSpPr>
          <p:spPr>
            <a:xfrm>
              <a:off x="9092797" y="2703963"/>
              <a:ext cx="91173" cy="22226"/>
            </a:xfrm>
            <a:custGeom>
              <a:rect b="b" l="l" r="r" t="t"/>
              <a:pathLst>
                <a:path extrusionOk="0" h="568" w="2330">
                  <a:moveTo>
                    <a:pt x="1" y="0"/>
                  </a:moveTo>
                  <a:lnTo>
                    <a:pt x="327" y="568"/>
                  </a:lnTo>
                  <a:lnTo>
                    <a:pt x="2007" y="568"/>
                  </a:lnTo>
                  <a:lnTo>
                    <a:pt x="2330" y="0"/>
                  </a:ln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19"/>
            <p:cNvSpPr/>
            <p:nvPr/>
          </p:nvSpPr>
          <p:spPr>
            <a:xfrm>
              <a:off x="9064858" y="2694337"/>
              <a:ext cx="143881" cy="209346"/>
            </a:xfrm>
            <a:custGeom>
              <a:rect b="b" l="l" r="r" t="t"/>
              <a:pathLst>
                <a:path extrusionOk="0" h="5350" w="3677">
                  <a:moveTo>
                    <a:pt x="3166" y="1"/>
                  </a:moveTo>
                  <a:lnTo>
                    <a:pt x="1087" y="3224"/>
                  </a:lnTo>
                  <a:lnTo>
                    <a:pt x="25" y="4869"/>
                  </a:lnTo>
                  <a:cubicBezTo>
                    <a:pt x="1" y="4906"/>
                    <a:pt x="30" y="4957"/>
                    <a:pt x="70" y="4957"/>
                  </a:cubicBezTo>
                  <a:cubicBezTo>
                    <a:pt x="74" y="4957"/>
                    <a:pt x="77" y="4956"/>
                    <a:pt x="81" y="4956"/>
                  </a:cubicBezTo>
                  <a:lnTo>
                    <a:pt x="587" y="4838"/>
                  </a:lnTo>
                  <a:cubicBezTo>
                    <a:pt x="592" y="4836"/>
                    <a:pt x="596" y="4835"/>
                    <a:pt x="601" y="4835"/>
                  </a:cubicBezTo>
                  <a:cubicBezTo>
                    <a:pt x="622" y="4835"/>
                    <a:pt x="643" y="4852"/>
                    <a:pt x="648" y="4873"/>
                  </a:cubicBezTo>
                  <a:lnTo>
                    <a:pt x="781" y="5314"/>
                  </a:lnTo>
                  <a:cubicBezTo>
                    <a:pt x="789" y="5336"/>
                    <a:pt x="810" y="5349"/>
                    <a:pt x="832" y="5349"/>
                  </a:cubicBezTo>
                  <a:cubicBezTo>
                    <a:pt x="849" y="5349"/>
                    <a:pt x="866" y="5341"/>
                    <a:pt x="878" y="5323"/>
                  </a:cubicBezTo>
                  <a:cubicBezTo>
                    <a:pt x="929" y="5246"/>
                    <a:pt x="2665" y="2560"/>
                    <a:pt x="3492" y="1283"/>
                  </a:cubicBezTo>
                  <a:cubicBezTo>
                    <a:pt x="3676" y="993"/>
                    <a:pt x="3657" y="619"/>
                    <a:pt x="3447" y="354"/>
                  </a:cubicBezTo>
                  <a:lnTo>
                    <a:pt x="3166" y="1"/>
                  </a:ln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19"/>
            <p:cNvSpPr/>
            <p:nvPr/>
          </p:nvSpPr>
          <p:spPr>
            <a:xfrm>
              <a:off x="9064858" y="2694337"/>
              <a:ext cx="135898" cy="193967"/>
            </a:xfrm>
            <a:custGeom>
              <a:rect b="b" l="l" r="r" t="t"/>
              <a:pathLst>
                <a:path extrusionOk="0" h="4957" w="3473">
                  <a:moveTo>
                    <a:pt x="3166" y="1"/>
                  </a:moveTo>
                  <a:lnTo>
                    <a:pt x="1087" y="3224"/>
                  </a:lnTo>
                  <a:lnTo>
                    <a:pt x="25" y="4869"/>
                  </a:lnTo>
                  <a:cubicBezTo>
                    <a:pt x="1" y="4906"/>
                    <a:pt x="30" y="4957"/>
                    <a:pt x="70" y="4957"/>
                  </a:cubicBezTo>
                  <a:cubicBezTo>
                    <a:pt x="74" y="4957"/>
                    <a:pt x="77" y="4956"/>
                    <a:pt x="81" y="4956"/>
                  </a:cubicBezTo>
                  <a:lnTo>
                    <a:pt x="587" y="4838"/>
                  </a:lnTo>
                  <a:cubicBezTo>
                    <a:pt x="590" y="4835"/>
                    <a:pt x="592" y="4834"/>
                    <a:pt x="595" y="4834"/>
                  </a:cubicBezTo>
                  <a:cubicBezTo>
                    <a:pt x="597" y="4834"/>
                    <a:pt x="599" y="4835"/>
                    <a:pt x="602" y="4838"/>
                  </a:cubicBezTo>
                  <a:lnTo>
                    <a:pt x="1644" y="3224"/>
                  </a:lnTo>
                  <a:lnTo>
                    <a:pt x="3473" y="389"/>
                  </a:lnTo>
                  <a:cubicBezTo>
                    <a:pt x="3462" y="380"/>
                    <a:pt x="3452" y="364"/>
                    <a:pt x="3447" y="354"/>
                  </a:cubicBezTo>
                  <a:lnTo>
                    <a:pt x="3166" y="1"/>
                  </a:ln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19"/>
            <p:cNvSpPr/>
            <p:nvPr/>
          </p:nvSpPr>
          <p:spPr>
            <a:xfrm>
              <a:off x="9067988" y="2694337"/>
              <a:ext cx="143881" cy="209346"/>
            </a:xfrm>
            <a:custGeom>
              <a:rect b="b" l="l" r="r" t="t"/>
              <a:pathLst>
                <a:path extrusionOk="0" h="5350" w="3677">
                  <a:moveTo>
                    <a:pt x="512" y="1"/>
                  </a:moveTo>
                  <a:lnTo>
                    <a:pt x="236" y="354"/>
                  </a:lnTo>
                  <a:cubicBezTo>
                    <a:pt x="22" y="619"/>
                    <a:pt x="1" y="993"/>
                    <a:pt x="190" y="1283"/>
                  </a:cubicBezTo>
                  <a:lnTo>
                    <a:pt x="2799" y="5323"/>
                  </a:lnTo>
                  <a:cubicBezTo>
                    <a:pt x="2811" y="5341"/>
                    <a:pt x="2829" y="5349"/>
                    <a:pt x="2847" y="5349"/>
                  </a:cubicBezTo>
                  <a:cubicBezTo>
                    <a:pt x="2869" y="5349"/>
                    <a:pt x="2891" y="5336"/>
                    <a:pt x="2898" y="5314"/>
                  </a:cubicBezTo>
                  <a:lnTo>
                    <a:pt x="3030" y="4873"/>
                  </a:lnTo>
                  <a:cubicBezTo>
                    <a:pt x="3034" y="4852"/>
                    <a:pt x="3055" y="4835"/>
                    <a:pt x="3080" y="4835"/>
                  </a:cubicBezTo>
                  <a:cubicBezTo>
                    <a:pt x="3085" y="4835"/>
                    <a:pt x="3091" y="4836"/>
                    <a:pt x="3096" y="4838"/>
                  </a:cubicBezTo>
                  <a:lnTo>
                    <a:pt x="3596" y="4956"/>
                  </a:lnTo>
                  <a:cubicBezTo>
                    <a:pt x="3600" y="4956"/>
                    <a:pt x="3603" y="4957"/>
                    <a:pt x="3607" y="4957"/>
                  </a:cubicBezTo>
                  <a:cubicBezTo>
                    <a:pt x="3648" y="4957"/>
                    <a:pt x="3676" y="4906"/>
                    <a:pt x="3653" y="4869"/>
                  </a:cubicBezTo>
                  <a:lnTo>
                    <a:pt x="512" y="1"/>
                  </a:ln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19"/>
            <p:cNvSpPr/>
            <p:nvPr/>
          </p:nvSpPr>
          <p:spPr>
            <a:xfrm>
              <a:off x="9067988" y="2694337"/>
              <a:ext cx="119151" cy="209346"/>
            </a:xfrm>
            <a:custGeom>
              <a:rect b="b" l="l" r="r" t="t"/>
              <a:pathLst>
                <a:path extrusionOk="0" h="5350" w="3045">
                  <a:moveTo>
                    <a:pt x="512" y="1"/>
                  </a:moveTo>
                  <a:lnTo>
                    <a:pt x="236" y="354"/>
                  </a:lnTo>
                  <a:cubicBezTo>
                    <a:pt x="22" y="619"/>
                    <a:pt x="1" y="993"/>
                    <a:pt x="190" y="1283"/>
                  </a:cubicBezTo>
                  <a:lnTo>
                    <a:pt x="2799" y="5323"/>
                  </a:lnTo>
                  <a:cubicBezTo>
                    <a:pt x="2811" y="5341"/>
                    <a:pt x="2829" y="5349"/>
                    <a:pt x="2847" y="5349"/>
                  </a:cubicBezTo>
                  <a:cubicBezTo>
                    <a:pt x="2869" y="5349"/>
                    <a:pt x="2891" y="5336"/>
                    <a:pt x="2898" y="5314"/>
                  </a:cubicBezTo>
                  <a:lnTo>
                    <a:pt x="3030" y="4873"/>
                  </a:lnTo>
                  <a:cubicBezTo>
                    <a:pt x="3030" y="4864"/>
                    <a:pt x="3040" y="4854"/>
                    <a:pt x="3045" y="4848"/>
                  </a:cubicBezTo>
                  <a:lnTo>
                    <a:pt x="746" y="1283"/>
                  </a:lnTo>
                  <a:cubicBezTo>
                    <a:pt x="568" y="1007"/>
                    <a:pt x="578" y="655"/>
                    <a:pt x="762" y="389"/>
                  </a:cubicBezTo>
                  <a:lnTo>
                    <a:pt x="512" y="1"/>
                  </a:ln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5" name="Google Shape;1475;p19"/>
          <p:cNvGrpSpPr/>
          <p:nvPr/>
        </p:nvGrpSpPr>
        <p:grpSpPr>
          <a:xfrm>
            <a:off x="8942848" y="2227722"/>
            <a:ext cx="331078" cy="466136"/>
            <a:chOff x="1742696" y="4386161"/>
            <a:chExt cx="383591" cy="540072"/>
          </a:xfrm>
        </p:grpSpPr>
        <p:sp>
          <p:nvSpPr>
            <p:cNvPr id="1476" name="Google Shape;1476;p19"/>
            <p:cNvSpPr/>
            <p:nvPr/>
          </p:nvSpPr>
          <p:spPr>
            <a:xfrm>
              <a:off x="1742696" y="4386161"/>
              <a:ext cx="355809" cy="540072"/>
            </a:xfrm>
            <a:custGeom>
              <a:rect b="b" l="l" r="r" t="t"/>
              <a:pathLst>
                <a:path extrusionOk="0" h="13802" w="9093">
                  <a:moveTo>
                    <a:pt x="323" y="1"/>
                  </a:moveTo>
                  <a:cubicBezTo>
                    <a:pt x="149" y="1"/>
                    <a:pt x="0" y="144"/>
                    <a:pt x="0" y="323"/>
                  </a:cubicBezTo>
                  <a:lnTo>
                    <a:pt x="0" y="13480"/>
                  </a:lnTo>
                  <a:cubicBezTo>
                    <a:pt x="0" y="13659"/>
                    <a:pt x="149" y="13801"/>
                    <a:pt x="323" y="13801"/>
                  </a:cubicBezTo>
                  <a:lnTo>
                    <a:pt x="4475" y="13801"/>
                  </a:lnTo>
                  <a:cubicBezTo>
                    <a:pt x="4654" y="13801"/>
                    <a:pt x="4802" y="13659"/>
                    <a:pt x="4802" y="13480"/>
                  </a:cubicBezTo>
                  <a:lnTo>
                    <a:pt x="4802" y="12167"/>
                  </a:lnTo>
                  <a:cubicBezTo>
                    <a:pt x="4802" y="12069"/>
                    <a:pt x="4880" y="11991"/>
                    <a:pt x="4977" y="11991"/>
                  </a:cubicBezTo>
                  <a:cubicBezTo>
                    <a:pt x="4985" y="11991"/>
                    <a:pt x="4993" y="11992"/>
                    <a:pt x="5002" y="11993"/>
                  </a:cubicBezTo>
                  <a:cubicBezTo>
                    <a:pt x="5136" y="12014"/>
                    <a:pt x="5332" y="12035"/>
                    <a:pt x="5567" y="12035"/>
                  </a:cubicBezTo>
                  <a:cubicBezTo>
                    <a:pt x="6602" y="12035"/>
                    <a:pt x="8401" y="11625"/>
                    <a:pt x="9092" y="8970"/>
                  </a:cubicBezTo>
                  <a:cubicBezTo>
                    <a:pt x="8649" y="8602"/>
                    <a:pt x="8434" y="7969"/>
                    <a:pt x="8597" y="7365"/>
                  </a:cubicBezTo>
                  <a:cubicBezTo>
                    <a:pt x="8413" y="7212"/>
                    <a:pt x="8183" y="6993"/>
                    <a:pt x="7974" y="6814"/>
                  </a:cubicBezTo>
                  <a:cubicBezTo>
                    <a:pt x="7419" y="7142"/>
                    <a:pt x="6800" y="7330"/>
                    <a:pt x="6111" y="7330"/>
                  </a:cubicBezTo>
                  <a:cubicBezTo>
                    <a:pt x="6102" y="7330"/>
                    <a:pt x="6093" y="7330"/>
                    <a:pt x="6084" y="7330"/>
                  </a:cubicBezTo>
                  <a:cubicBezTo>
                    <a:pt x="4015" y="7315"/>
                    <a:pt x="2397" y="5594"/>
                    <a:pt x="2478" y="3530"/>
                  </a:cubicBezTo>
                  <a:cubicBezTo>
                    <a:pt x="2513" y="2646"/>
                    <a:pt x="2845" y="1865"/>
                    <a:pt x="3402" y="1247"/>
                  </a:cubicBezTo>
                  <a:cubicBezTo>
                    <a:pt x="3305" y="967"/>
                    <a:pt x="3213" y="557"/>
                    <a:pt x="3183" y="286"/>
                  </a:cubicBezTo>
                  <a:cubicBezTo>
                    <a:pt x="3168" y="123"/>
                    <a:pt x="3029" y="1"/>
                    <a:pt x="2866" y="1"/>
                  </a:cubicBezTo>
                  <a:close/>
                </a:path>
              </a:pathLst>
            </a:custGeom>
            <a:solidFill>
              <a:srgbClr val="F7B5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9"/>
            <p:cNvSpPr/>
            <p:nvPr/>
          </p:nvSpPr>
          <p:spPr>
            <a:xfrm>
              <a:off x="1742696" y="4386161"/>
              <a:ext cx="45391" cy="540072"/>
            </a:xfrm>
            <a:custGeom>
              <a:rect b="b" l="l" r="r" t="t"/>
              <a:pathLst>
                <a:path extrusionOk="0" h="13802" w="1160">
                  <a:moveTo>
                    <a:pt x="323" y="1"/>
                  </a:moveTo>
                  <a:cubicBezTo>
                    <a:pt x="149" y="1"/>
                    <a:pt x="0" y="144"/>
                    <a:pt x="0" y="323"/>
                  </a:cubicBezTo>
                  <a:lnTo>
                    <a:pt x="0" y="13480"/>
                  </a:lnTo>
                  <a:cubicBezTo>
                    <a:pt x="0" y="13659"/>
                    <a:pt x="149" y="13801"/>
                    <a:pt x="323" y="13801"/>
                  </a:cubicBezTo>
                  <a:lnTo>
                    <a:pt x="1160" y="13801"/>
                  </a:lnTo>
                  <a:cubicBezTo>
                    <a:pt x="981" y="13801"/>
                    <a:pt x="839" y="13659"/>
                    <a:pt x="839" y="13480"/>
                  </a:cubicBezTo>
                  <a:lnTo>
                    <a:pt x="839" y="323"/>
                  </a:lnTo>
                  <a:cubicBezTo>
                    <a:pt x="839" y="144"/>
                    <a:pt x="981" y="1"/>
                    <a:pt x="1160" y="1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9"/>
            <p:cNvSpPr/>
            <p:nvPr/>
          </p:nvSpPr>
          <p:spPr>
            <a:xfrm>
              <a:off x="2074479" y="4674354"/>
              <a:ext cx="41634" cy="62843"/>
            </a:xfrm>
            <a:custGeom>
              <a:rect b="b" l="l" r="r" t="t"/>
              <a:pathLst>
                <a:path extrusionOk="0" h="1606" w="1064">
                  <a:moveTo>
                    <a:pt x="108" y="0"/>
                  </a:moveTo>
                  <a:cubicBezTo>
                    <a:pt x="36" y="160"/>
                    <a:pt x="0" y="344"/>
                    <a:pt x="0" y="532"/>
                  </a:cubicBezTo>
                  <a:cubicBezTo>
                    <a:pt x="0" y="1018"/>
                    <a:pt x="246" y="1431"/>
                    <a:pt x="599" y="1605"/>
                  </a:cubicBezTo>
                  <a:cubicBezTo>
                    <a:pt x="670" y="1349"/>
                    <a:pt x="1002" y="1038"/>
                    <a:pt x="1042" y="736"/>
                  </a:cubicBezTo>
                  <a:cubicBezTo>
                    <a:pt x="1063" y="599"/>
                    <a:pt x="1012" y="460"/>
                    <a:pt x="899" y="379"/>
                  </a:cubicBezTo>
                  <a:cubicBezTo>
                    <a:pt x="776" y="287"/>
                    <a:pt x="328" y="179"/>
                    <a:pt x="108" y="0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9"/>
            <p:cNvSpPr/>
            <p:nvPr/>
          </p:nvSpPr>
          <p:spPr>
            <a:xfrm>
              <a:off x="1874838" y="4842691"/>
              <a:ext cx="62412" cy="27978"/>
            </a:xfrm>
            <a:custGeom>
              <a:rect b="b" l="l" r="r" t="t"/>
              <a:pathLst>
                <a:path extrusionOk="0" h="715" w="1595">
                  <a:moveTo>
                    <a:pt x="220" y="0"/>
                  </a:moveTo>
                  <a:cubicBezTo>
                    <a:pt x="114" y="0"/>
                    <a:pt x="18" y="77"/>
                    <a:pt x="5" y="189"/>
                  </a:cubicBezTo>
                  <a:cubicBezTo>
                    <a:pt x="0" y="295"/>
                    <a:pt x="72" y="387"/>
                    <a:pt x="173" y="413"/>
                  </a:cubicBezTo>
                  <a:lnTo>
                    <a:pt x="1425" y="715"/>
                  </a:lnTo>
                  <a:lnTo>
                    <a:pt x="1425" y="505"/>
                  </a:lnTo>
                  <a:cubicBezTo>
                    <a:pt x="1425" y="408"/>
                    <a:pt x="1502" y="332"/>
                    <a:pt x="1594" y="326"/>
                  </a:cubicBezTo>
                  <a:lnTo>
                    <a:pt x="265" y="5"/>
                  </a:lnTo>
                  <a:cubicBezTo>
                    <a:pt x="250" y="2"/>
                    <a:pt x="235" y="0"/>
                    <a:pt x="220" y="0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9"/>
            <p:cNvSpPr/>
            <p:nvPr/>
          </p:nvSpPr>
          <p:spPr>
            <a:xfrm>
              <a:off x="1837234" y="4386161"/>
              <a:ext cx="289053" cy="289053"/>
            </a:xfrm>
            <a:custGeom>
              <a:rect b="b" l="l" r="r" t="t"/>
              <a:pathLst>
                <a:path extrusionOk="0" h="7387" w="7387">
                  <a:moveTo>
                    <a:pt x="3694" y="1"/>
                  </a:moveTo>
                  <a:cubicBezTo>
                    <a:pt x="1660" y="1"/>
                    <a:pt x="0" y="1661"/>
                    <a:pt x="0" y="3694"/>
                  </a:cubicBezTo>
                  <a:cubicBezTo>
                    <a:pt x="0" y="5731"/>
                    <a:pt x="1660" y="7386"/>
                    <a:pt x="3694" y="7386"/>
                  </a:cubicBezTo>
                  <a:cubicBezTo>
                    <a:pt x="5731" y="7386"/>
                    <a:pt x="7386" y="5731"/>
                    <a:pt x="7386" y="3694"/>
                  </a:cubicBezTo>
                  <a:cubicBezTo>
                    <a:pt x="7386" y="1661"/>
                    <a:pt x="5731" y="1"/>
                    <a:pt x="36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9"/>
            <p:cNvSpPr/>
            <p:nvPr/>
          </p:nvSpPr>
          <p:spPr>
            <a:xfrm>
              <a:off x="1837234" y="4386161"/>
              <a:ext cx="159533" cy="289053"/>
            </a:xfrm>
            <a:custGeom>
              <a:rect b="b" l="l" r="r" t="t"/>
              <a:pathLst>
                <a:path extrusionOk="0" h="7387" w="4077">
                  <a:moveTo>
                    <a:pt x="3694" y="1"/>
                  </a:moveTo>
                  <a:cubicBezTo>
                    <a:pt x="1660" y="1"/>
                    <a:pt x="0" y="1661"/>
                    <a:pt x="0" y="3694"/>
                  </a:cubicBezTo>
                  <a:cubicBezTo>
                    <a:pt x="0" y="5731"/>
                    <a:pt x="1660" y="7386"/>
                    <a:pt x="3694" y="7386"/>
                  </a:cubicBezTo>
                  <a:cubicBezTo>
                    <a:pt x="3821" y="7386"/>
                    <a:pt x="3949" y="7381"/>
                    <a:pt x="4076" y="7365"/>
                  </a:cubicBezTo>
                  <a:cubicBezTo>
                    <a:pt x="2218" y="7172"/>
                    <a:pt x="767" y="5599"/>
                    <a:pt x="767" y="3694"/>
                  </a:cubicBezTo>
                  <a:cubicBezTo>
                    <a:pt x="767" y="1788"/>
                    <a:pt x="2218" y="215"/>
                    <a:pt x="4076" y="22"/>
                  </a:cubicBezTo>
                  <a:cubicBezTo>
                    <a:pt x="3949" y="11"/>
                    <a:pt x="3821" y="1"/>
                    <a:pt x="36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19"/>
            <p:cNvSpPr/>
            <p:nvPr/>
          </p:nvSpPr>
          <p:spPr>
            <a:xfrm>
              <a:off x="1862394" y="4411361"/>
              <a:ext cx="238693" cy="238654"/>
            </a:xfrm>
            <a:custGeom>
              <a:rect b="b" l="l" r="r" t="t"/>
              <a:pathLst>
                <a:path extrusionOk="0" h="6099" w="6100">
                  <a:moveTo>
                    <a:pt x="3051" y="0"/>
                  </a:moveTo>
                  <a:cubicBezTo>
                    <a:pt x="1370" y="0"/>
                    <a:pt x="1" y="1370"/>
                    <a:pt x="1" y="3050"/>
                  </a:cubicBezTo>
                  <a:cubicBezTo>
                    <a:pt x="1" y="4730"/>
                    <a:pt x="1370" y="6099"/>
                    <a:pt x="3051" y="6099"/>
                  </a:cubicBezTo>
                  <a:cubicBezTo>
                    <a:pt x="4731" y="6099"/>
                    <a:pt x="6099" y="4730"/>
                    <a:pt x="6099" y="3050"/>
                  </a:cubicBezTo>
                  <a:cubicBezTo>
                    <a:pt x="6099" y="1370"/>
                    <a:pt x="4731" y="0"/>
                    <a:pt x="3051" y="0"/>
                  </a:cubicBez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19"/>
            <p:cNvSpPr/>
            <p:nvPr/>
          </p:nvSpPr>
          <p:spPr>
            <a:xfrm>
              <a:off x="1862394" y="4411361"/>
              <a:ext cx="134177" cy="238654"/>
            </a:xfrm>
            <a:custGeom>
              <a:rect b="b" l="l" r="r" t="t"/>
              <a:pathLst>
                <a:path extrusionOk="0" h="6099" w="3429">
                  <a:moveTo>
                    <a:pt x="3051" y="0"/>
                  </a:moveTo>
                  <a:cubicBezTo>
                    <a:pt x="1370" y="0"/>
                    <a:pt x="1" y="1370"/>
                    <a:pt x="1" y="3050"/>
                  </a:cubicBezTo>
                  <a:cubicBezTo>
                    <a:pt x="1" y="4730"/>
                    <a:pt x="1370" y="6099"/>
                    <a:pt x="3051" y="6099"/>
                  </a:cubicBezTo>
                  <a:cubicBezTo>
                    <a:pt x="3178" y="6099"/>
                    <a:pt x="3301" y="6094"/>
                    <a:pt x="3428" y="6078"/>
                  </a:cubicBezTo>
                  <a:cubicBezTo>
                    <a:pt x="1922" y="5889"/>
                    <a:pt x="752" y="4602"/>
                    <a:pt x="752" y="3050"/>
                  </a:cubicBezTo>
                  <a:cubicBezTo>
                    <a:pt x="752" y="1497"/>
                    <a:pt x="1922" y="210"/>
                    <a:pt x="3428" y="26"/>
                  </a:cubicBezTo>
                  <a:cubicBezTo>
                    <a:pt x="3301" y="10"/>
                    <a:pt x="3178" y="0"/>
                    <a:pt x="3051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9"/>
            <p:cNvSpPr/>
            <p:nvPr/>
          </p:nvSpPr>
          <p:spPr>
            <a:xfrm>
              <a:off x="1953567" y="4561855"/>
              <a:ext cx="53217" cy="53412"/>
            </a:xfrm>
            <a:custGeom>
              <a:rect b="b" l="l" r="r" t="t"/>
              <a:pathLst>
                <a:path extrusionOk="0" h="1365" w="1360">
                  <a:moveTo>
                    <a:pt x="679" y="1"/>
                  </a:moveTo>
                  <a:cubicBezTo>
                    <a:pt x="302" y="1"/>
                    <a:pt x="0" y="307"/>
                    <a:pt x="0" y="680"/>
                  </a:cubicBezTo>
                  <a:cubicBezTo>
                    <a:pt x="0" y="1058"/>
                    <a:pt x="302" y="1364"/>
                    <a:pt x="679" y="1364"/>
                  </a:cubicBezTo>
                  <a:cubicBezTo>
                    <a:pt x="1058" y="1364"/>
                    <a:pt x="1359" y="1058"/>
                    <a:pt x="1359" y="680"/>
                  </a:cubicBezTo>
                  <a:cubicBezTo>
                    <a:pt x="1359" y="307"/>
                    <a:pt x="1058" y="1"/>
                    <a:pt x="679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9"/>
            <p:cNvSpPr/>
            <p:nvPr/>
          </p:nvSpPr>
          <p:spPr>
            <a:xfrm>
              <a:off x="1953567" y="4561855"/>
              <a:ext cx="41400" cy="53412"/>
            </a:xfrm>
            <a:custGeom>
              <a:rect b="b" l="l" r="r" t="t"/>
              <a:pathLst>
                <a:path extrusionOk="0" h="1365" w="1058">
                  <a:moveTo>
                    <a:pt x="679" y="1"/>
                  </a:moveTo>
                  <a:cubicBezTo>
                    <a:pt x="302" y="1"/>
                    <a:pt x="0" y="307"/>
                    <a:pt x="0" y="680"/>
                  </a:cubicBezTo>
                  <a:cubicBezTo>
                    <a:pt x="0" y="1058"/>
                    <a:pt x="302" y="1364"/>
                    <a:pt x="679" y="1364"/>
                  </a:cubicBezTo>
                  <a:cubicBezTo>
                    <a:pt x="818" y="1364"/>
                    <a:pt x="945" y="1319"/>
                    <a:pt x="1058" y="1246"/>
                  </a:cubicBezTo>
                  <a:cubicBezTo>
                    <a:pt x="874" y="1129"/>
                    <a:pt x="751" y="920"/>
                    <a:pt x="751" y="680"/>
                  </a:cubicBezTo>
                  <a:cubicBezTo>
                    <a:pt x="751" y="445"/>
                    <a:pt x="874" y="235"/>
                    <a:pt x="1058" y="112"/>
                  </a:cubicBezTo>
                  <a:cubicBezTo>
                    <a:pt x="945" y="41"/>
                    <a:pt x="818" y="1"/>
                    <a:pt x="679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9"/>
            <p:cNvSpPr/>
            <p:nvPr/>
          </p:nvSpPr>
          <p:spPr>
            <a:xfrm>
              <a:off x="2006745" y="4517677"/>
              <a:ext cx="30208" cy="30208"/>
            </a:xfrm>
            <a:custGeom>
              <a:rect b="b" l="l" r="r" t="t"/>
              <a:pathLst>
                <a:path extrusionOk="0" h="772" w="772">
                  <a:moveTo>
                    <a:pt x="388" y="1"/>
                  </a:moveTo>
                  <a:cubicBezTo>
                    <a:pt x="173" y="1"/>
                    <a:pt x="0" y="174"/>
                    <a:pt x="0" y="383"/>
                  </a:cubicBezTo>
                  <a:cubicBezTo>
                    <a:pt x="0" y="598"/>
                    <a:pt x="173" y="772"/>
                    <a:pt x="388" y="772"/>
                  </a:cubicBezTo>
                  <a:cubicBezTo>
                    <a:pt x="597" y="772"/>
                    <a:pt x="772" y="598"/>
                    <a:pt x="772" y="383"/>
                  </a:cubicBezTo>
                  <a:cubicBezTo>
                    <a:pt x="772" y="174"/>
                    <a:pt x="597" y="1"/>
                    <a:pt x="388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9"/>
            <p:cNvSpPr/>
            <p:nvPr/>
          </p:nvSpPr>
          <p:spPr>
            <a:xfrm>
              <a:off x="2006745" y="4517677"/>
              <a:ext cx="27000" cy="30208"/>
            </a:xfrm>
            <a:custGeom>
              <a:rect b="b" l="l" r="r" t="t"/>
              <a:pathLst>
                <a:path extrusionOk="0" h="772" w="690">
                  <a:moveTo>
                    <a:pt x="388" y="1"/>
                  </a:moveTo>
                  <a:cubicBezTo>
                    <a:pt x="173" y="1"/>
                    <a:pt x="0" y="174"/>
                    <a:pt x="0" y="383"/>
                  </a:cubicBezTo>
                  <a:cubicBezTo>
                    <a:pt x="0" y="598"/>
                    <a:pt x="173" y="772"/>
                    <a:pt x="388" y="772"/>
                  </a:cubicBezTo>
                  <a:cubicBezTo>
                    <a:pt x="510" y="772"/>
                    <a:pt x="618" y="711"/>
                    <a:pt x="689" y="624"/>
                  </a:cubicBezTo>
                  <a:cubicBezTo>
                    <a:pt x="638" y="557"/>
                    <a:pt x="607" y="475"/>
                    <a:pt x="607" y="383"/>
                  </a:cubicBezTo>
                  <a:cubicBezTo>
                    <a:pt x="607" y="296"/>
                    <a:pt x="638" y="211"/>
                    <a:pt x="689" y="149"/>
                  </a:cubicBezTo>
                  <a:cubicBezTo>
                    <a:pt x="618" y="57"/>
                    <a:pt x="510" y="1"/>
                    <a:pt x="388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1930363" y="4470917"/>
              <a:ext cx="60847" cy="60769"/>
            </a:xfrm>
            <a:custGeom>
              <a:rect b="b" l="l" r="r" t="t"/>
              <a:pathLst>
                <a:path extrusionOk="0" h="1553" w="1555">
                  <a:moveTo>
                    <a:pt x="777" y="1"/>
                  </a:moveTo>
                  <a:cubicBezTo>
                    <a:pt x="353" y="1"/>
                    <a:pt x="1" y="348"/>
                    <a:pt x="1" y="777"/>
                  </a:cubicBezTo>
                  <a:cubicBezTo>
                    <a:pt x="1" y="1206"/>
                    <a:pt x="353" y="1553"/>
                    <a:pt x="777" y="1553"/>
                  </a:cubicBezTo>
                  <a:cubicBezTo>
                    <a:pt x="1206" y="1553"/>
                    <a:pt x="1554" y="1206"/>
                    <a:pt x="1554" y="777"/>
                  </a:cubicBezTo>
                  <a:cubicBezTo>
                    <a:pt x="1554" y="348"/>
                    <a:pt x="1206" y="1"/>
                    <a:pt x="777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9"/>
            <p:cNvSpPr/>
            <p:nvPr/>
          </p:nvSpPr>
          <p:spPr>
            <a:xfrm>
              <a:off x="1930363" y="4470917"/>
              <a:ext cx="45234" cy="60769"/>
            </a:xfrm>
            <a:custGeom>
              <a:rect b="b" l="l" r="r" t="t"/>
              <a:pathLst>
                <a:path extrusionOk="0" h="1553" w="1156">
                  <a:moveTo>
                    <a:pt x="777" y="1"/>
                  </a:moveTo>
                  <a:cubicBezTo>
                    <a:pt x="353" y="1"/>
                    <a:pt x="1" y="348"/>
                    <a:pt x="1" y="777"/>
                  </a:cubicBezTo>
                  <a:cubicBezTo>
                    <a:pt x="1" y="1206"/>
                    <a:pt x="353" y="1553"/>
                    <a:pt x="777" y="1553"/>
                  </a:cubicBezTo>
                  <a:cubicBezTo>
                    <a:pt x="915" y="1553"/>
                    <a:pt x="1043" y="1517"/>
                    <a:pt x="1156" y="1456"/>
                  </a:cubicBezTo>
                  <a:cubicBezTo>
                    <a:pt x="915" y="1323"/>
                    <a:pt x="751" y="1068"/>
                    <a:pt x="751" y="777"/>
                  </a:cubicBezTo>
                  <a:cubicBezTo>
                    <a:pt x="751" y="486"/>
                    <a:pt x="915" y="230"/>
                    <a:pt x="1156" y="98"/>
                  </a:cubicBezTo>
                  <a:cubicBezTo>
                    <a:pt x="1043" y="36"/>
                    <a:pt x="915" y="1"/>
                    <a:pt x="777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9"/>
            <p:cNvSpPr/>
            <p:nvPr/>
          </p:nvSpPr>
          <p:spPr>
            <a:xfrm>
              <a:off x="1903794" y="4546868"/>
              <a:ext cx="25630" cy="25591"/>
            </a:xfrm>
            <a:custGeom>
              <a:rect b="b" l="l" r="r" t="t"/>
              <a:pathLst>
                <a:path extrusionOk="0" h="654" w="655">
                  <a:moveTo>
                    <a:pt x="327" y="0"/>
                  </a:moveTo>
                  <a:cubicBezTo>
                    <a:pt x="149" y="0"/>
                    <a:pt x="1" y="144"/>
                    <a:pt x="1" y="328"/>
                  </a:cubicBezTo>
                  <a:cubicBezTo>
                    <a:pt x="1" y="507"/>
                    <a:pt x="149" y="654"/>
                    <a:pt x="327" y="654"/>
                  </a:cubicBezTo>
                  <a:cubicBezTo>
                    <a:pt x="511" y="654"/>
                    <a:pt x="654" y="507"/>
                    <a:pt x="654" y="328"/>
                  </a:cubicBezTo>
                  <a:cubicBezTo>
                    <a:pt x="654" y="144"/>
                    <a:pt x="511" y="0"/>
                    <a:pt x="327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19"/>
            <p:cNvSpPr/>
            <p:nvPr/>
          </p:nvSpPr>
          <p:spPr>
            <a:xfrm>
              <a:off x="2015901" y="4457300"/>
              <a:ext cx="34630" cy="34826"/>
            </a:xfrm>
            <a:custGeom>
              <a:rect b="b" l="l" r="r" t="t"/>
              <a:pathLst>
                <a:path extrusionOk="0" h="890" w="885">
                  <a:moveTo>
                    <a:pt x="446" y="1"/>
                  </a:moveTo>
                  <a:cubicBezTo>
                    <a:pt x="200" y="1"/>
                    <a:pt x="1" y="200"/>
                    <a:pt x="1" y="446"/>
                  </a:cubicBezTo>
                  <a:cubicBezTo>
                    <a:pt x="1" y="691"/>
                    <a:pt x="200" y="889"/>
                    <a:pt x="446" y="889"/>
                  </a:cubicBezTo>
                  <a:cubicBezTo>
                    <a:pt x="686" y="889"/>
                    <a:pt x="884" y="691"/>
                    <a:pt x="884" y="446"/>
                  </a:cubicBezTo>
                  <a:cubicBezTo>
                    <a:pt x="884" y="200"/>
                    <a:pt x="686" y="1"/>
                    <a:pt x="446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19"/>
            <p:cNvSpPr/>
            <p:nvPr/>
          </p:nvSpPr>
          <p:spPr>
            <a:xfrm>
              <a:off x="2015901" y="4457300"/>
              <a:ext cx="32047" cy="34826"/>
            </a:xfrm>
            <a:custGeom>
              <a:rect b="b" l="l" r="r" t="t"/>
              <a:pathLst>
                <a:path extrusionOk="0" h="890" w="819">
                  <a:moveTo>
                    <a:pt x="446" y="1"/>
                  </a:moveTo>
                  <a:cubicBezTo>
                    <a:pt x="200" y="1"/>
                    <a:pt x="1" y="200"/>
                    <a:pt x="1" y="446"/>
                  </a:cubicBezTo>
                  <a:cubicBezTo>
                    <a:pt x="1" y="691"/>
                    <a:pt x="200" y="889"/>
                    <a:pt x="446" y="889"/>
                  </a:cubicBezTo>
                  <a:cubicBezTo>
                    <a:pt x="604" y="889"/>
                    <a:pt x="741" y="804"/>
                    <a:pt x="818" y="681"/>
                  </a:cubicBezTo>
                  <a:cubicBezTo>
                    <a:pt x="778" y="614"/>
                    <a:pt x="752" y="533"/>
                    <a:pt x="752" y="446"/>
                  </a:cubicBezTo>
                  <a:cubicBezTo>
                    <a:pt x="752" y="359"/>
                    <a:pt x="778" y="276"/>
                    <a:pt x="818" y="210"/>
                  </a:cubicBezTo>
                  <a:cubicBezTo>
                    <a:pt x="741" y="88"/>
                    <a:pt x="604" y="1"/>
                    <a:pt x="446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19"/>
            <p:cNvSpPr/>
            <p:nvPr/>
          </p:nvSpPr>
          <p:spPr>
            <a:xfrm>
              <a:off x="2028345" y="4565025"/>
              <a:ext cx="21169" cy="19878"/>
            </a:xfrm>
            <a:custGeom>
              <a:rect b="b" l="l" r="r" t="t"/>
              <a:pathLst>
                <a:path extrusionOk="0" h="508" w="541">
                  <a:moveTo>
                    <a:pt x="335" y="0"/>
                  </a:moveTo>
                  <a:cubicBezTo>
                    <a:pt x="287" y="0"/>
                    <a:pt x="240" y="19"/>
                    <a:pt x="204" y="57"/>
                  </a:cubicBezTo>
                  <a:lnTo>
                    <a:pt x="71" y="185"/>
                  </a:lnTo>
                  <a:cubicBezTo>
                    <a:pt x="0" y="262"/>
                    <a:pt x="0" y="380"/>
                    <a:pt x="71" y="451"/>
                  </a:cubicBezTo>
                  <a:cubicBezTo>
                    <a:pt x="107" y="489"/>
                    <a:pt x="155" y="508"/>
                    <a:pt x="204" y="508"/>
                  </a:cubicBezTo>
                  <a:cubicBezTo>
                    <a:pt x="252" y="508"/>
                    <a:pt x="301" y="489"/>
                    <a:pt x="337" y="451"/>
                  </a:cubicBezTo>
                  <a:lnTo>
                    <a:pt x="470" y="318"/>
                  </a:lnTo>
                  <a:cubicBezTo>
                    <a:pt x="541" y="246"/>
                    <a:pt x="541" y="128"/>
                    <a:pt x="470" y="57"/>
                  </a:cubicBezTo>
                  <a:cubicBezTo>
                    <a:pt x="431" y="19"/>
                    <a:pt x="383" y="0"/>
                    <a:pt x="335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4" name="Google Shape;1494;p19"/>
          <p:cNvGrpSpPr/>
          <p:nvPr/>
        </p:nvGrpSpPr>
        <p:grpSpPr>
          <a:xfrm>
            <a:off x="8914966" y="970981"/>
            <a:ext cx="331084" cy="498522"/>
            <a:chOff x="5265061" y="2617564"/>
            <a:chExt cx="358587" cy="539877"/>
          </a:xfrm>
        </p:grpSpPr>
        <p:sp>
          <p:nvSpPr>
            <p:cNvPr id="1495" name="Google Shape;1495;p19"/>
            <p:cNvSpPr/>
            <p:nvPr/>
          </p:nvSpPr>
          <p:spPr>
            <a:xfrm>
              <a:off x="5349386" y="2667376"/>
              <a:ext cx="190915" cy="241276"/>
            </a:xfrm>
            <a:custGeom>
              <a:rect b="b" l="l" r="r" t="t"/>
              <a:pathLst>
                <a:path extrusionOk="0" h="6166" w="4879">
                  <a:moveTo>
                    <a:pt x="2443" y="1"/>
                  </a:moveTo>
                  <a:cubicBezTo>
                    <a:pt x="1094" y="1"/>
                    <a:pt x="1" y="1083"/>
                    <a:pt x="1" y="2422"/>
                  </a:cubicBezTo>
                  <a:lnTo>
                    <a:pt x="1" y="5843"/>
                  </a:lnTo>
                  <a:cubicBezTo>
                    <a:pt x="1" y="6022"/>
                    <a:pt x="149" y="6166"/>
                    <a:pt x="328" y="6166"/>
                  </a:cubicBezTo>
                  <a:lnTo>
                    <a:pt x="4557" y="6166"/>
                  </a:lnTo>
                  <a:cubicBezTo>
                    <a:pt x="4736" y="6166"/>
                    <a:pt x="4878" y="6022"/>
                    <a:pt x="4878" y="5843"/>
                  </a:cubicBezTo>
                  <a:lnTo>
                    <a:pt x="4878" y="2422"/>
                  </a:lnTo>
                  <a:cubicBezTo>
                    <a:pt x="4878" y="1083"/>
                    <a:pt x="3791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349386" y="2667376"/>
              <a:ext cx="111560" cy="241276"/>
            </a:xfrm>
            <a:custGeom>
              <a:rect b="b" l="l" r="r" t="t"/>
              <a:pathLst>
                <a:path extrusionOk="0" h="6166" w="2851">
                  <a:moveTo>
                    <a:pt x="2431" y="1"/>
                  </a:moveTo>
                  <a:cubicBezTo>
                    <a:pt x="1089" y="1"/>
                    <a:pt x="1" y="1083"/>
                    <a:pt x="1" y="2422"/>
                  </a:cubicBezTo>
                  <a:lnTo>
                    <a:pt x="1" y="5843"/>
                  </a:lnTo>
                  <a:cubicBezTo>
                    <a:pt x="1" y="6022"/>
                    <a:pt x="149" y="6166"/>
                    <a:pt x="323" y="6166"/>
                  </a:cubicBezTo>
                  <a:lnTo>
                    <a:pt x="1160" y="6166"/>
                  </a:lnTo>
                  <a:cubicBezTo>
                    <a:pt x="981" y="6166"/>
                    <a:pt x="838" y="6022"/>
                    <a:pt x="838" y="5843"/>
                  </a:cubicBezTo>
                  <a:lnTo>
                    <a:pt x="838" y="2422"/>
                  </a:lnTo>
                  <a:cubicBezTo>
                    <a:pt x="838" y="1227"/>
                    <a:pt x="1707" y="230"/>
                    <a:pt x="2851" y="36"/>
                  </a:cubicBezTo>
                  <a:cubicBezTo>
                    <a:pt x="2718" y="11"/>
                    <a:pt x="2575" y="1"/>
                    <a:pt x="2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512871" y="2790127"/>
              <a:ext cx="33221" cy="52943"/>
            </a:xfrm>
            <a:custGeom>
              <a:rect b="b" l="l" r="r" t="t"/>
              <a:pathLst>
                <a:path extrusionOk="0" h="1353" w="849">
                  <a:moveTo>
                    <a:pt x="85" y="0"/>
                  </a:moveTo>
                  <a:cubicBezTo>
                    <a:pt x="57" y="0"/>
                    <a:pt x="29" y="2"/>
                    <a:pt x="0" y="4"/>
                  </a:cubicBezTo>
                  <a:lnTo>
                    <a:pt x="0" y="1303"/>
                  </a:lnTo>
                  <a:lnTo>
                    <a:pt x="0" y="1348"/>
                  </a:lnTo>
                  <a:cubicBezTo>
                    <a:pt x="29" y="1351"/>
                    <a:pt x="58" y="1353"/>
                    <a:pt x="86" y="1353"/>
                  </a:cubicBezTo>
                  <a:cubicBezTo>
                    <a:pt x="492" y="1353"/>
                    <a:pt x="849" y="1051"/>
                    <a:pt x="849" y="674"/>
                  </a:cubicBezTo>
                  <a:cubicBezTo>
                    <a:pt x="849" y="301"/>
                    <a:pt x="491" y="0"/>
                    <a:pt x="85" y="0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512871" y="2789931"/>
              <a:ext cx="27430" cy="53295"/>
            </a:xfrm>
            <a:custGeom>
              <a:rect b="b" l="l" r="r" t="t"/>
              <a:pathLst>
                <a:path extrusionOk="0" h="1362" w="701">
                  <a:moveTo>
                    <a:pt x="78" y="1"/>
                  </a:moveTo>
                  <a:cubicBezTo>
                    <a:pt x="52" y="1"/>
                    <a:pt x="26" y="2"/>
                    <a:pt x="0" y="5"/>
                  </a:cubicBezTo>
                  <a:lnTo>
                    <a:pt x="0" y="1308"/>
                  </a:lnTo>
                  <a:lnTo>
                    <a:pt x="0" y="1358"/>
                  </a:lnTo>
                  <a:cubicBezTo>
                    <a:pt x="26" y="1360"/>
                    <a:pt x="51" y="1361"/>
                    <a:pt x="76" y="1361"/>
                  </a:cubicBezTo>
                  <a:cubicBezTo>
                    <a:pt x="324" y="1361"/>
                    <a:pt x="557" y="1249"/>
                    <a:pt x="700" y="1077"/>
                  </a:cubicBezTo>
                  <a:lnTo>
                    <a:pt x="700" y="285"/>
                  </a:lnTo>
                  <a:cubicBezTo>
                    <a:pt x="557" y="110"/>
                    <a:pt x="326" y="1"/>
                    <a:pt x="78" y="1"/>
                  </a:cubicBezTo>
                  <a:close/>
                </a:path>
              </a:pathLst>
            </a:custGeom>
            <a:solidFill>
              <a:srgbClr val="E596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265061" y="2927004"/>
              <a:ext cx="358587" cy="230437"/>
            </a:xfrm>
            <a:custGeom>
              <a:rect b="b" l="l" r="r" t="t"/>
              <a:pathLst>
                <a:path extrusionOk="0" h="5889" w="9164">
                  <a:moveTo>
                    <a:pt x="3591" y="0"/>
                  </a:moveTo>
                  <a:lnTo>
                    <a:pt x="970" y="1011"/>
                  </a:lnTo>
                  <a:cubicBezTo>
                    <a:pt x="970" y="1011"/>
                    <a:pt x="1" y="1410"/>
                    <a:pt x="1" y="2513"/>
                  </a:cubicBezTo>
                  <a:lnTo>
                    <a:pt x="1" y="5568"/>
                  </a:lnTo>
                  <a:cubicBezTo>
                    <a:pt x="1" y="5747"/>
                    <a:pt x="143" y="5889"/>
                    <a:pt x="322" y="5889"/>
                  </a:cubicBezTo>
                  <a:lnTo>
                    <a:pt x="8841" y="5889"/>
                  </a:lnTo>
                  <a:cubicBezTo>
                    <a:pt x="9020" y="5889"/>
                    <a:pt x="9164" y="5747"/>
                    <a:pt x="9164" y="5568"/>
                  </a:cubicBezTo>
                  <a:lnTo>
                    <a:pt x="9164" y="2513"/>
                  </a:lnTo>
                  <a:cubicBezTo>
                    <a:pt x="9164" y="1410"/>
                    <a:pt x="8193" y="1011"/>
                    <a:pt x="8193" y="1011"/>
                  </a:cubicBezTo>
                  <a:lnTo>
                    <a:pt x="5573" y="0"/>
                  </a:lnTo>
                  <a:lnTo>
                    <a:pt x="5465" y="879"/>
                  </a:lnTo>
                  <a:lnTo>
                    <a:pt x="3683" y="879"/>
                  </a:lnTo>
                  <a:lnTo>
                    <a:pt x="3591" y="0"/>
                  </a:lnTo>
                  <a:close/>
                </a:path>
              </a:pathLst>
            </a:custGeom>
            <a:solidFill>
              <a:srgbClr val="95C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265061" y="2960577"/>
              <a:ext cx="52982" cy="196863"/>
            </a:xfrm>
            <a:custGeom>
              <a:rect b="b" l="l" r="r" t="t"/>
              <a:pathLst>
                <a:path extrusionOk="0" h="5031" w="1354">
                  <a:moveTo>
                    <a:pt x="1354" y="0"/>
                  </a:moveTo>
                  <a:lnTo>
                    <a:pt x="976" y="144"/>
                  </a:lnTo>
                  <a:cubicBezTo>
                    <a:pt x="976" y="144"/>
                    <a:pt x="1" y="547"/>
                    <a:pt x="1" y="1650"/>
                  </a:cubicBezTo>
                  <a:lnTo>
                    <a:pt x="1" y="4710"/>
                  </a:lnTo>
                  <a:cubicBezTo>
                    <a:pt x="1" y="4889"/>
                    <a:pt x="143" y="5031"/>
                    <a:pt x="322" y="5031"/>
                  </a:cubicBezTo>
                  <a:lnTo>
                    <a:pt x="1160" y="5031"/>
                  </a:lnTo>
                  <a:cubicBezTo>
                    <a:pt x="981" y="5031"/>
                    <a:pt x="838" y="4889"/>
                    <a:pt x="838" y="4710"/>
                  </a:cubicBezTo>
                  <a:lnTo>
                    <a:pt x="838" y="1195"/>
                  </a:lnTo>
                  <a:cubicBezTo>
                    <a:pt x="838" y="618"/>
                    <a:pt x="1099" y="236"/>
                    <a:pt x="13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326221" y="3072880"/>
              <a:ext cx="15809" cy="84560"/>
            </a:xfrm>
            <a:custGeom>
              <a:rect b="b" l="l" r="r" t="t"/>
              <a:pathLst>
                <a:path extrusionOk="0" h="2161" w="404">
                  <a:moveTo>
                    <a:pt x="213" y="0"/>
                  </a:moveTo>
                  <a:cubicBezTo>
                    <a:pt x="98" y="0"/>
                    <a:pt x="1" y="94"/>
                    <a:pt x="1" y="211"/>
                  </a:cubicBezTo>
                  <a:lnTo>
                    <a:pt x="1" y="2161"/>
                  </a:lnTo>
                  <a:lnTo>
                    <a:pt x="404" y="2161"/>
                  </a:lnTo>
                  <a:lnTo>
                    <a:pt x="404" y="216"/>
                  </a:lnTo>
                  <a:cubicBezTo>
                    <a:pt x="404" y="108"/>
                    <a:pt x="333" y="16"/>
                    <a:pt x="230" y="1"/>
                  </a:cubicBezTo>
                  <a:cubicBezTo>
                    <a:pt x="224" y="1"/>
                    <a:pt x="218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436920" y="3052650"/>
              <a:ext cx="15848" cy="104790"/>
            </a:xfrm>
            <a:custGeom>
              <a:rect b="b" l="l" r="r" t="t"/>
              <a:pathLst>
                <a:path extrusionOk="0" h="2678" w="405">
                  <a:moveTo>
                    <a:pt x="207" y="0"/>
                  </a:moveTo>
                  <a:cubicBezTo>
                    <a:pt x="95" y="0"/>
                    <a:pt x="1" y="92"/>
                    <a:pt x="1" y="207"/>
                  </a:cubicBezTo>
                  <a:lnTo>
                    <a:pt x="1" y="2678"/>
                  </a:lnTo>
                  <a:lnTo>
                    <a:pt x="404" y="2678"/>
                  </a:lnTo>
                  <a:lnTo>
                    <a:pt x="404" y="212"/>
                  </a:lnTo>
                  <a:cubicBezTo>
                    <a:pt x="404" y="110"/>
                    <a:pt x="333" y="12"/>
                    <a:pt x="231" y="2"/>
                  </a:cubicBezTo>
                  <a:cubicBezTo>
                    <a:pt x="223" y="1"/>
                    <a:pt x="215" y="0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546680" y="3072880"/>
              <a:ext cx="15809" cy="84560"/>
            </a:xfrm>
            <a:custGeom>
              <a:rect b="b" l="l" r="r" t="t"/>
              <a:pathLst>
                <a:path extrusionOk="0" h="2161" w="404">
                  <a:moveTo>
                    <a:pt x="195" y="0"/>
                  </a:moveTo>
                  <a:cubicBezTo>
                    <a:pt x="190" y="0"/>
                    <a:pt x="184" y="1"/>
                    <a:pt x="178" y="1"/>
                  </a:cubicBezTo>
                  <a:cubicBezTo>
                    <a:pt x="77" y="16"/>
                    <a:pt x="1" y="108"/>
                    <a:pt x="1" y="216"/>
                  </a:cubicBezTo>
                  <a:lnTo>
                    <a:pt x="1" y="2161"/>
                  </a:lnTo>
                  <a:lnTo>
                    <a:pt x="404" y="2161"/>
                  </a:lnTo>
                  <a:lnTo>
                    <a:pt x="404" y="211"/>
                  </a:lnTo>
                  <a:cubicBezTo>
                    <a:pt x="404" y="94"/>
                    <a:pt x="310" y="0"/>
                    <a:pt x="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351225" y="2617564"/>
              <a:ext cx="186494" cy="81430"/>
            </a:xfrm>
            <a:custGeom>
              <a:rect b="b" l="l" r="r" t="t"/>
              <a:pathLst>
                <a:path extrusionOk="0" h="2081" w="4766">
                  <a:moveTo>
                    <a:pt x="2382" y="1"/>
                  </a:moveTo>
                  <a:cubicBezTo>
                    <a:pt x="1961" y="1"/>
                    <a:pt x="1539" y="40"/>
                    <a:pt x="1123" y="119"/>
                  </a:cubicBezTo>
                  <a:lnTo>
                    <a:pt x="199" y="293"/>
                  </a:lnTo>
                  <a:cubicBezTo>
                    <a:pt x="71" y="319"/>
                    <a:pt x="0" y="447"/>
                    <a:pt x="41" y="569"/>
                  </a:cubicBezTo>
                  <a:lnTo>
                    <a:pt x="583" y="2081"/>
                  </a:lnTo>
                  <a:lnTo>
                    <a:pt x="1287" y="1984"/>
                  </a:lnTo>
                  <a:cubicBezTo>
                    <a:pt x="1650" y="1933"/>
                    <a:pt x="2016" y="1907"/>
                    <a:pt x="2382" y="1907"/>
                  </a:cubicBezTo>
                  <a:cubicBezTo>
                    <a:pt x="2749" y="1907"/>
                    <a:pt x="3115" y="1933"/>
                    <a:pt x="3478" y="1984"/>
                  </a:cubicBezTo>
                  <a:lnTo>
                    <a:pt x="4183" y="2081"/>
                  </a:lnTo>
                  <a:lnTo>
                    <a:pt x="4725" y="569"/>
                  </a:lnTo>
                  <a:cubicBezTo>
                    <a:pt x="4765" y="447"/>
                    <a:pt x="4694" y="319"/>
                    <a:pt x="4566" y="293"/>
                  </a:cubicBezTo>
                  <a:lnTo>
                    <a:pt x="3641" y="119"/>
                  </a:lnTo>
                  <a:cubicBezTo>
                    <a:pt x="3225" y="40"/>
                    <a:pt x="2803" y="1"/>
                    <a:pt x="23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351225" y="2623785"/>
              <a:ext cx="53999" cy="75208"/>
            </a:xfrm>
            <a:custGeom>
              <a:rect b="b" l="l" r="r" t="t"/>
              <a:pathLst>
                <a:path extrusionOk="0" h="1922" w="1380">
                  <a:moveTo>
                    <a:pt x="904" y="1"/>
                  </a:moveTo>
                  <a:lnTo>
                    <a:pt x="199" y="134"/>
                  </a:lnTo>
                  <a:cubicBezTo>
                    <a:pt x="71" y="160"/>
                    <a:pt x="0" y="288"/>
                    <a:pt x="41" y="410"/>
                  </a:cubicBezTo>
                  <a:lnTo>
                    <a:pt x="583" y="1922"/>
                  </a:lnTo>
                  <a:lnTo>
                    <a:pt x="1287" y="1825"/>
                  </a:lnTo>
                  <a:cubicBezTo>
                    <a:pt x="1318" y="1820"/>
                    <a:pt x="1349" y="1815"/>
                    <a:pt x="1379" y="1815"/>
                  </a:cubicBezTo>
                  <a:lnTo>
                    <a:pt x="873" y="221"/>
                  </a:lnTo>
                  <a:cubicBezTo>
                    <a:pt x="847" y="144"/>
                    <a:pt x="863" y="62"/>
                    <a:pt x="9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425142" y="2635407"/>
              <a:ext cx="39404" cy="39208"/>
            </a:xfrm>
            <a:custGeom>
              <a:rect b="b" l="l" r="r" t="t"/>
              <a:pathLst>
                <a:path extrusionOk="0" h="1002" w="1007">
                  <a:moveTo>
                    <a:pt x="503" y="0"/>
                  </a:moveTo>
                  <a:cubicBezTo>
                    <a:pt x="394" y="0"/>
                    <a:pt x="302" y="90"/>
                    <a:pt x="302" y="200"/>
                  </a:cubicBezTo>
                  <a:lnTo>
                    <a:pt x="302" y="297"/>
                  </a:lnTo>
                  <a:lnTo>
                    <a:pt x="215" y="297"/>
                  </a:lnTo>
                  <a:cubicBezTo>
                    <a:pt x="108" y="297"/>
                    <a:pt x="5" y="384"/>
                    <a:pt x="5" y="496"/>
                  </a:cubicBezTo>
                  <a:cubicBezTo>
                    <a:pt x="0" y="608"/>
                    <a:pt x="92" y="700"/>
                    <a:pt x="210" y="700"/>
                  </a:cubicBezTo>
                  <a:lnTo>
                    <a:pt x="302" y="700"/>
                  </a:lnTo>
                  <a:lnTo>
                    <a:pt x="302" y="787"/>
                  </a:lnTo>
                  <a:cubicBezTo>
                    <a:pt x="302" y="899"/>
                    <a:pt x="389" y="997"/>
                    <a:pt x="502" y="1002"/>
                  </a:cubicBezTo>
                  <a:cubicBezTo>
                    <a:pt x="613" y="1002"/>
                    <a:pt x="705" y="910"/>
                    <a:pt x="705" y="797"/>
                  </a:cubicBezTo>
                  <a:lnTo>
                    <a:pt x="705" y="700"/>
                  </a:lnTo>
                  <a:lnTo>
                    <a:pt x="802" y="700"/>
                  </a:lnTo>
                  <a:cubicBezTo>
                    <a:pt x="915" y="700"/>
                    <a:pt x="1007" y="608"/>
                    <a:pt x="1007" y="496"/>
                  </a:cubicBezTo>
                  <a:cubicBezTo>
                    <a:pt x="1002" y="384"/>
                    <a:pt x="905" y="297"/>
                    <a:pt x="792" y="297"/>
                  </a:cubicBezTo>
                  <a:lnTo>
                    <a:pt x="705" y="297"/>
                  </a:lnTo>
                  <a:lnTo>
                    <a:pt x="705" y="210"/>
                  </a:lnTo>
                  <a:cubicBezTo>
                    <a:pt x="705" y="97"/>
                    <a:pt x="624" y="0"/>
                    <a:pt x="511" y="0"/>
                  </a:cubicBezTo>
                  <a:cubicBezTo>
                    <a:pt x="509" y="0"/>
                    <a:pt x="506" y="0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405381" y="2895426"/>
              <a:ext cx="78182" cy="63782"/>
            </a:xfrm>
            <a:custGeom>
              <a:rect b="b" l="l" r="r" t="t"/>
              <a:pathLst>
                <a:path extrusionOk="0" h="1630" w="1998">
                  <a:moveTo>
                    <a:pt x="0" y="0"/>
                  </a:moveTo>
                  <a:lnTo>
                    <a:pt x="0" y="807"/>
                  </a:lnTo>
                  <a:lnTo>
                    <a:pt x="92" y="1630"/>
                  </a:lnTo>
                  <a:lnTo>
                    <a:pt x="1884" y="1630"/>
                  </a:lnTo>
                  <a:lnTo>
                    <a:pt x="1997" y="807"/>
                  </a:lnTo>
                  <a:lnTo>
                    <a:pt x="1997" y="0"/>
                  </a:lnTo>
                  <a:cubicBezTo>
                    <a:pt x="1691" y="206"/>
                    <a:pt x="1345" y="298"/>
                    <a:pt x="1008" y="298"/>
                  </a:cubicBezTo>
                  <a:cubicBezTo>
                    <a:pt x="641" y="298"/>
                    <a:pt x="285" y="189"/>
                    <a:pt x="0" y="0"/>
                  </a:cubicBez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405381" y="2895426"/>
              <a:ext cx="32791" cy="63782"/>
            </a:xfrm>
            <a:custGeom>
              <a:rect b="b" l="l" r="r" t="t"/>
              <a:pathLst>
                <a:path extrusionOk="0" h="1630" w="838">
                  <a:moveTo>
                    <a:pt x="0" y="0"/>
                  </a:moveTo>
                  <a:lnTo>
                    <a:pt x="0" y="807"/>
                  </a:lnTo>
                  <a:lnTo>
                    <a:pt x="92" y="1630"/>
                  </a:lnTo>
                  <a:lnTo>
                    <a:pt x="837" y="1630"/>
                  </a:lnTo>
                  <a:lnTo>
                    <a:pt x="837" y="291"/>
                  </a:lnTo>
                  <a:cubicBezTo>
                    <a:pt x="531" y="260"/>
                    <a:pt x="240" y="159"/>
                    <a:pt x="0" y="0"/>
                  </a:cubicBezTo>
                  <a:close/>
                </a:path>
              </a:pathLst>
            </a:custGeom>
            <a:solidFill>
              <a:srgbClr val="E596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409177" y="2959169"/>
              <a:ext cx="69769" cy="122360"/>
            </a:xfrm>
            <a:custGeom>
              <a:rect b="b" l="l" r="r" t="t"/>
              <a:pathLst>
                <a:path extrusionOk="0" h="3127" w="1783">
                  <a:moveTo>
                    <a:pt x="0" y="1"/>
                  </a:moveTo>
                  <a:lnTo>
                    <a:pt x="899" y="3126"/>
                  </a:lnTo>
                  <a:lnTo>
                    <a:pt x="17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409177" y="2959169"/>
              <a:ext cx="28995" cy="100212"/>
            </a:xfrm>
            <a:custGeom>
              <a:rect b="b" l="l" r="r" t="t"/>
              <a:pathLst>
                <a:path extrusionOk="0" h="2561" w="741">
                  <a:moveTo>
                    <a:pt x="0" y="1"/>
                  </a:moveTo>
                  <a:lnTo>
                    <a:pt x="740" y="2560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444315" y="2926612"/>
              <a:ext cx="82016" cy="154524"/>
            </a:xfrm>
            <a:custGeom>
              <a:rect b="b" l="l" r="r" t="t"/>
              <a:pathLst>
                <a:path extrusionOk="0" h="3949" w="2096">
                  <a:moveTo>
                    <a:pt x="992" y="0"/>
                  </a:moveTo>
                  <a:lnTo>
                    <a:pt x="1" y="3949"/>
                  </a:lnTo>
                  <a:lnTo>
                    <a:pt x="1" y="3949"/>
                  </a:lnTo>
                  <a:lnTo>
                    <a:pt x="2054" y="1829"/>
                  </a:lnTo>
                  <a:cubicBezTo>
                    <a:pt x="2096" y="1783"/>
                    <a:pt x="2089" y="1721"/>
                    <a:pt x="2039" y="1681"/>
                  </a:cubicBezTo>
                  <a:lnTo>
                    <a:pt x="1564" y="1313"/>
                  </a:lnTo>
                  <a:cubicBezTo>
                    <a:pt x="1518" y="1278"/>
                    <a:pt x="1507" y="1226"/>
                    <a:pt x="1538" y="1186"/>
                  </a:cubicBezTo>
                  <a:lnTo>
                    <a:pt x="1983" y="736"/>
                  </a:lnTo>
                  <a:cubicBezTo>
                    <a:pt x="2023" y="695"/>
                    <a:pt x="2039" y="644"/>
                    <a:pt x="2023" y="592"/>
                  </a:cubicBezTo>
                  <a:cubicBezTo>
                    <a:pt x="2004" y="526"/>
                    <a:pt x="1978" y="450"/>
                    <a:pt x="1952" y="373"/>
                  </a:cubicBezTo>
                  <a:lnTo>
                    <a:pt x="992" y="0"/>
                  </a:lnTo>
                  <a:close/>
                </a:path>
              </a:pathLst>
            </a:custGeom>
            <a:solidFill>
              <a:srgbClr val="95C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362377" y="2926612"/>
              <a:ext cx="81782" cy="154524"/>
            </a:xfrm>
            <a:custGeom>
              <a:rect b="b" l="l" r="r" t="t"/>
              <a:pathLst>
                <a:path extrusionOk="0" h="3949" w="2090">
                  <a:moveTo>
                    <a:pt x="1099" y="0"/>
                  </a:moveTo>
                  <a:lnTo>
                    <a:pt x="144" y="368"/>
                  </a:lnTo>
                  <a:cubicBezTo>
                    <a:pt x="119" y="450"/>
                    <a:pt x="93" y="526"/>
                    <a:pt x="72" y="592"/>
                  </a:cubicBezTo>
                  <a:cubicBezTo>
                    <a:pt x="57" y="644"/>
                    <a:pt x="72" y="695"/>
                    <a:pt x="114" y="736"/>
                  </a:cubicBezTo>
                  <a:lnTo>
                    <a:pt x="553" y="1186"/>
                  </a:lnTo>
                  <a:cubicBezTo>
                    <a:pt x="583" y="1226"/>
                    <a:pt x="578" y="1278"/>
                    <a:pt x="527" y="1313"/>
                  </a:cubicBezTo>
                  <a:lnTo>
                    <a:pt x="57" y="1681"/>
                  </a:lnTo>
                  <a:cubicBezTo>
                    <a:pt x="6" y="1721"/>
                    <a:pt x="1" y="1783"/>
                    <a:pt x="41" y="1829"/>
                  </a:cubicBezTo>
                  <a:lnTo>
                    <a:pt x="2090" y="3949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95C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375760" y="2750253"/>
              <a:ext cx="138325" cy="158594"/>
            </a:xfrm>
            <a:custGeom>
              <a:rect b="b" l="l" r="r" t="t"/>
              <a:pathLst>
                <a:path extrusionOk="0" h="4053" w="3535">
                  <a:moveTo>
                    <a:pt x="2253" y="1"/>
                  </a:moveTo>
                  <a:cubicBezTo>
                    <a:pt x="2207" y="1"/>
                    <a:pt x="2163" y="19"/>
                    <a:pt x="2131" y="54"/>
                  </a:cubicBezTo>
                  <a:cubicBezTo>
                    <a:pt x="1845" y="380"/>
                    <a:pt x="1073" y="1172"/>
                    <a:pt x="109" y="1530"/>
                  </a:cubicBezTo>
                  <a:cubicBezTo>
                    <a:pt x="41" y="1549"/>
                    <a:pt x="1" y="1611"/>
                    <a:pt x="1" y="1678"/>
                  </a:cubicBezTo>
                  <a:lnTo>
                    <a:pt x="1" y="2322"/>
                  </a:lnTo>
                  <a:cubicBezTo>
                    <a:pt x="1" y="3225"/>
                    <a:pt x="716" y="4052"/>
                    <a:pt x="1794" y="4052"/>
                  </a:cubicBezTo>
                  <a:cubicBezTo>
                    <a:pt x="2754" y="4052"/>
                    <a:pt x="3535" y="3277"/>
                    <a:pt x="3535" y="2322"/>
                  </a:cubicBezTo>
                  <a:lnTo>
                    <a:pt x="3535" y="860"/>
                  </a:lnTo>
                  <a:cubicBezTo>
                    <a:pt x="3535" y="789"/>
                    <a:pt x="3485" y="728"/>
                    <a:pt x="3418" y="707"/>
                  </a:cubicBezTo>
                  <a:cubicBezTo>
                    <a:pt x="3204" y="641"/>
                    <a:pt x="2780" y="467"/>
                    <a:pt x="2370" y="48"/>
                  </a:cubicBezTo>
                  <a:cubicBezTo>
                    <a:pt x="2336" y="16"/>
                    <a:pt x="2294" y="1"/>
                    <a:pt x="2253" y="1"/>
                  </a:cubicBezTo>
                  <a:close/>
                </a:path>
              </a:pathLst>
            </a:custGeom>
            <a:solidFill>
              <a:srgbClr val="F7B5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375760" y="2795879"/>
              <a:ext cx="85812" cy="112773"/>
            </a:xfrm>
            <a:custGeom>
              <a:rect b="b" l="l" r="r" t="t"/>
              <a:pathLst>
                <a:path extrusionOk="0" h="2882" w="2193">
                  <a:moveTo>
                    <a:pt x="838" y="1"/>
                  </a:moveTo>
                  <a:cubicBezTo>
                    <a:pt x="614" y="144"/>
                    <a:pt x="369" y="272"/>
                    <a:pt x="109" y="364"/>
                  </a:cubicBezTo>
                  <a:cubicBezTo>
                    <a:pt x="41" y="390"/>
                    <a:pt x="1" y="451"/>
                    <a:pt x="1" y="517"/>
                  </a:cubicBezTo>
                  <a:lnTo>
                    <a:pt x="1" y="1156"/>
                  </a:lnTo>
                  <a:cubicBezTo>
                    <a:pt x="1" y="2059"/>
                    <a:pt x="716" y="2882"/>
                    <a:pt x="1788" y="2882"/>
                  </a:cubicBezTo>
                  <a:cubicBezTo>
                    <a:pt x="1932" y="2882"/>
                    <a:pt x="2064" y="2866"/>
                    <a:pt x="2193" y="2835"/>
                  </a:cubicBezTo>
                  <a:cubicBezTo>
                    <a:pt x="1365" y="2646"/>
                    <a:pt x="838" y="1932"/>
                    <a:pt x="838" y="1156"/>
                  </a:cubicBezTo>
                  <a:lnTo>
                    <a:pt x="838" y="1"/>
                  </a:lnTo>
                  <a:close/>
                </a:path>
              </a:pathLst>
            </a:custGeom>
            <a:solidFill>
              <a:srgbClr val="F0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5" name="Google Shape;1515;p19"/>
          <p:cNvGrpSpPr/>
          <p:nvPr/>
        </p:nvGrpSpPr>
        <p:grpSpPr>
          <a:xfrm>
            <a:off x="8879451" y="4727421"/>
            <a:ext cx="402106" cy="428833"/>
            <a:chOff x="3995136" y="2617564"/>
            <a:chExt cx="505286" cy="538937"/>
          </a:xfrm>
        </p:grpSpPr>
        <p:sp>
          <p:nvSpPr>
            <p:cNvPr id="1516" name="Google Shape;1516;p19"/>
            <p:cNvSpPr/>
            <p:nvPr/>
          </p:nvSpPr>
          <p:spPr>
            <a:xfrm>
              <a:off x="4198808" y="2999355"/>
              <a:ext cx="95986" cy="36782"/>
            </a:xfrm>
            <a:custGeom>
              <a:rect b="b" l="l" r="r" t="t"/>
              <a:pathLst>
                <a:path extrusionOk="0" h="940" w="2453">
                  <a:moveTo>
                    <a:pt x="1" y="1"/>
                  </a:moveTo>
                  <a:lnTo>
                    <a:pt x="1" y="690"/>
                  </a:lnTo>
                  <a:cubicBezTo>
                    <a:pt x="1" y="828"/>
                    <a:pt x="112" y="940"/>
                    <a:pt x="251" y="940"/>
                  </a:cubicBezTo>
                  <a:lnTo>
                    <a:pt x="2452" y="940"/>
                  </a:lnTo>
                  <a:lnTo>
                    <a:pt x="24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4198808" y="2999355"/>
              <a:ext cx="41400" cy="36782"/>
            </a:xfrm>
            <a:custGeom>
              <a:rect b="b" l="l" r="r" t="t"/>
              <a:pathLst>
                <a:path extrusionOk="0" h="940" w="1058">
                  <a:moveTo>
                    <a:pt x="1" y="1"/>
                  </a:moveTo>
                  <a:lnTo>
                    <a:pt x="1" y="690"/>
                  </a:lnTo>
                  <a:cubicBezTo>
                    <a:pt x="1" y="828"/>
                    <a:pt x="112" y="940"/>
                    <a:pt x="251" y="940"/>
                  </a:cubicBezTo>
                  <a:lnTo>
                    <a:pt x="1057" y="940"/>
                  </a:lnTo>
                  <a:cubicBezTo>
                    <a:pt x="920" y="940"/>
                    <a:pt x="807" y="828"/>
                    <a:pt x="807" y="690"/>
                  </a:cubicBezTo>
                  <a:lnTo>
                    <a:pt x="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4292720" y="2999355"/>
              <a:ext cx="57991" cy="85382"/>
            </a:xfrm>
            <a:custGeom>
              <a:rect b="b" l="l" r="r" t="t"/>
              <a:pathLst>
                <a:path extrusionOk="0" h="2182" w="1482">
                  <a:moveTo>
                    <a:pt x="1" y="1"/>
                  </a:moveTo>
                  <a:lnTo>
                    <a:pt x="1" y="951"/>
                  </a:lnTo>
                  <a:lnTo>
                    <a:pt x="925" y="2182"/>
                  </a:lnTo>
                  <a:lnTo>
                    <a:pt x="1482" y="2182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4292720" y="2999355"/>
              <a:ext cx="31617" cy="79395"/>
            </a:xfrm>
            <a:custGeom>
              <a:rect b="b" l="l" r="r" t="t"/>
              <a:pathLst>
                <a:path extrusionOk="0" h="2029" w="808">
                  <a:moveTo>
                    <a:pt x="1" y="1"/>
                  </a:moveTo>
                  <a:lnTo>
                    <a:pt x="1" y="945"/>
                  </a:lnTo>
                  <a:lnTo>
                    <a:pt x="808" y="2028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rgbClr val="B3BA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4354271" y="2772714"/>
              <a:ext cx="81782" cy="140125"/>
            </a:xfrm>
            <a:custGeom>
              <a:rect b="b" l="l" r="r" t="t"/>
              <a:pathLst>
                <a:path extrusionOk="0" h="3581" w="2090">
                  <a:moveTo>
                    <a:pt x="441" y="1"/>
                  </a:moveTo>
                  <a:lnTo>
                    <a:pt x="6" y="1211"/>
                  </a:lnTo>
                  <a:cubicBezTo>
                    <a:pt x="6" y="1221"/>
                    <a:pt x="6" y="1227"/>
                    <a:pt x="1" y="1232"/>
                  </a:cubicBezTo>
                  <a:lnTo>
                    <a:pt x="399" y="1543"/>
                  </a:lnTo>
                  <a:cubicBezTo>
                    <a:pt x="686" y="1772"/>
                    <a:pt x="854" y="2115"/>
                    <a:pt x="854" y="2483"/>
                  </a:cubicBezTo>
                  <a:lnTo>
                    <a:pt x="854" y="3580"/>
                  </a:lnTo>
                  <a:lnTo>
                    <a:pt x="2089" y="3580"/>
                  </a:lnTo>
                  <a:lnTo>
                    <a:pt x="2089" y="2483"/>
                  </a:lnTo>
                  <a:cubicBezTo>
                    <a:pt x="2089" y="1737"/>
                    <a:pt x="1759" y="1043"/>
                    <a:pt x="1170" y="577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4354467" y="2800692"/>
              <a:ext cx="58421" cy="112147"/>
            </a:xfrm>
            <a:custGeom>
              <a:rect b="b" l="l" r="r" t="t"/>
              <a:pathLst>
                <a:path extrusionOk="0" h="2866" w="1493">
                  <a:moveTo>
                    <a:pt x="180" y="0"/>
                  </a:moveTo>
                  <a:lnTo>
                    <a:pt x="7" y="496"/>
                  </a:lnTo>
                  <a:cubicBezTo>
                    <a:pt x="7" y="506"/>
                    <a:pt x="1" y="512"/>
                    <a:pt x="1" y="517"/>
                  </a:cubicBezTo>
                  <a:lnTo>
                    <a:pt x="394" y="828"/>
                  </a:lnTo>
                  <a:cubicBezTo>
                    <a:pt x="681" y="1057"/>
                    <a:pt x="849" y="1400"/>
                    <a:pt x="849" y="1768"/>
                  </a:cubicBezTo>
                  <a:lnTo>
                    <a:pt x="849" y="2865"/>
                  </a:lnTo>
                  <a:lnTo>
                    <a:pt x="1492" y="2865"/>
                  </a:lnTo>
                  <a:lnTo>
                    <a:pt x="1492" y="1768"/>
                  </a:lnTo>
                  <a:cubicBezTo>
                    <a:pt x="1492" y="1400"/>
                    <a:pt x="1329" y="930"/>
                    <a:pt x="1043" y="705"/>
                  </a:cubicBezTo>
                  <a:lnTo>
                    <a:pt x="1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4322106" y="2745127"/>
              <a:ext cx="54821" cy="82447"/>
            </a:xfrm>
            <a:custGeom>
              <a:rect b="b" l="l" r="r" t="t"/>
              <a:pathLst>
                <a:path extrusionOk="0" h="2107" w="1401">
                  <a:moveTo>
                    <a:pt x="674" y="1"/>
                  </a:moveTo>
                  <a:lnTo>
                    <a:pt x="0" y="1901"/>
                  </a:lnTo>
                  <a:lnTo>
                    <a:pt x="542" y="2095"/>
                  </a:lnTo>
                  <a:cubicBezTo>
                    <a:pt x="566" y="2103"/>
                    <a:pt x="591" y="2107"/>
                    <a:pt x="616" y="2107"/>
                  </a:cubicBezTo>
                  <a:cubicBezTo>
                    <a:pt x="716" y="2107"/>
                    <a:pt x="811" y="2045"/>
                    <a:pt x="844" y="1946"/>
                  </a:cubicBezTo>
                  <a:lnTo>
                    <a:pt x="1360" y="501"/>
                  </a:lnTo>
                  <a:cubicBezTo>
                    <a:pt x="1400" y="374"/>
                    <a:pt x="1339" y="235"/>
                    <a:pt x="1211" y="195"/>
                  </a:cubicBezTo>
                  <a:lnTo>
                    <a:pt x="6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4322106" y="2794314"/>
              <a:ext cx="41243" cy="33260"/>
            </a:xfrm>
            <a:custGeom>
              <a:rect b="b" l="l" r="r" t="t"/>
              <a:pathLst>
                <a:path extrusionOk="0" h="850" w="1054">
                  <a:moveTo>
                    <a:pt x="231" y="0"/>
                  </a:moveTo>
                  <a:lnTo>
                    <a:pt x="0" y="644"/>
                  </a:lnTo>
                  <a:lnTo>
                    <a:pt x="542" y="838"/>
                  </a:lnTo>
                  <a:cubicBezTo>
                    <a:pt x="566" y="846"/>
                    <a:pt x="591" y="850"/>
                    <a:pt x="616" y="850"/>
                  </a:cubicBezTo>
                  <a:cubicBezTo>
                    <a:pt x="716" y="850"/>
                    <a:pt x="811" y="788"/>
                    <a:pt x="844" y="689"/>
                  </a:cubicBezTo>
                  <a:lnTo>
                    <a:pt x="1053" y="102"/>
                  </a:lnTo>
                  <a:lnTo>
                    <a:pt x="1053" y="102"/>
                  </a:lnTo>
                  <a:cubicBezTo>
                    <a:pt x="1000" y="162"/>
                    <a:pt x="920" y="200"/>
                    <a:pt x="837" y="200"/>
                  </a:cubicBezTo>
                  <a:cubicBezTo>
                    <a:pt x="807" y="200"/>
                    <a:pt x="776" y="195"/>
                    <a:pt x="747" y="184"/>
                  </a:cubicBezTo>
                  <a:lnTo>
                    <a:pt x="2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4218568" y="2851444"/>
              <a:ext cx="77438" cy="99077"/>
            </a:xfrm>
            <a:custGeom>
              <a:rect b="b" l="l" r="r" t="t"/>
              <a:pathLst>
                <a:path extrusionOk="0" h="2532" w="1979">
                  <a:moveTo>
                    <a:pt x="1446" y="0"/>
                  </a:moveTo>
                  <a:cubicBezTo>
                    <a:pt x="1186" y="741"/>
                    <a:pt x="752" y="1318"/>
                    <a:pt x="118" y="1763"/>
                  </a:cubicBezTo>
                  <a:lnTo>
                    <a:pt x="41" y="1962"/>
                  </a:lnTo>
                  <a:cubicBezTo>
                    <a:pt x="1" y="2084"/>
                    <a:pt x="62" y="2223"/>
                    <a:pt x="185" y="2263"/>
                  </a:cubicBezTo>
                  <a:lnTo>
                    <a:pt x="905" y="2518"/>
                  </a:lnTo>
                  <a:cubicBezTo>
                    <a:pt x="931" y="2527"/>
                    <a:pt x="958" y="2531"/>
                    <a:pt x="984" y="2531"/>
                  </a:cubicBezTo>
                  <a:cubicBezTo>
                    <a:pt x="1082" y="2531"/>
                    <a:pt x="1174" y="2473"/>
                    <a:pt x="1206" y="2376"/>
                  </a:cubicBezTo>
                  <a:lnTo>
                    <a:pt x="1978" y="189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4218568" y="2851444"/>
              <a:ext cx="77438" cy="95203"/>
            </a:xfrm>
            <a:custGeom>
              <a:rect b="b" l="l" r="r" t="t"/>
              <a:pathLst>
                <a:path extrusionOk="0" h="2433" w="1979">
                  <a:moveTo>
                    <a:pt x="1446" y="0"/>
                  </a:moveTo>
                  <a:cubicBezTo>
                    <a:pt x="1186" y="741"/>
                    <a:pt x="752" y="1318"/>
                    <a:pt x="118" y="1763"/>
                  </a:cubicBezTo>
                  <a:lnTo>
                    <a:pt x="41" y="1962"/>
                  </a:lnTo>
                  <a:cubicBezTo>
                    <a:pt x="1" y="2084"/>
                    <a:pt x="62" y="2223"/>
                    <a:pt x="185" y="2263"/>
                  </a:cubicBezTo>
                  <a:lnTo>
                    <a:pt x="665" y="2432"/>
                  </a:lnTo>
                  <a:cubicBezTo>
                    <a:pt x="951" y="2218"/>
                    <a:pt x="1217" y="1973"/>
                    <a:pt x="1446" y="1702"/>
                  </a:cubicBezTo>
                  <a:lnTo>
                    <a:pt x="1978" y="189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4214616" y="2902665"/>
              <a:ext cx="72351" cy="35334"/>
            </a:xfrm>
            <a:custGeom>
              <a:rect b="b" l="l" r="r" t="t"/>
              <a:pathLst>
                <a:path extrusionOk="0" h="903" w="1849">
                  <a:moveTo>
                    <a:pt x="230" y="1"/>
                  </a:moveTo>
                  <a:cubicBezTo>
                    <a:pt x="146" y="1"/>
                    <a:pt x="67" y="54"/>
                    <a:pt x="36" y="137"/>
                  </a:cubicBezTo>
                  <a:cubicBezTo>
                    <a:pt x="0" y="245"/>
                    <a:pt x="56" y="362"/>
                    <a:pt x="163" y="398"/>
                  </a:cubicBezTo>
                  <a:lnTo>
                    <a:pt x="1547" y="893"/>
                  </a:lnTo>
                  <a:cubicBezTo>
                    <a:pt x="1573" y="898"/>
                    <a:pt x="1594" y="903"/>
                    <a:pt x="1619" y="903"/>
                  </a:cubicBezTo>
                  <a:cubicBezTo>
                    <a:pt x="1700" y="903"/>
                    <a:pt x="1782" y="853"/>
                    <a:pt x="1813" y="766"/>
                  </a:cubicBezTo>
                  <a:cubicBezTo>
                    <a:pt x="1849" y="658"/>
                    <a:pt x="1792" y="541"/>
                    <a:pt x="1686" y="504"/>
                  </a:cubicBezTo>
                  <a:lnTo>
                    <a:pt x="302" y="14"/>
                  </a:lnTo>
                  <a:cubicBezTo>
                    <a:pt x="278" y="5"/>
                    <a:pt x="254" y="1"/>
                    <a:pt x="2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4316511" y="2628403"/>
              <a:ext cx="57012" cy="57599"/>
            </a:xfrm>
            <a:custGeom>
              <a:rect b="b" l="l" r="r" t="t"/>
              <a:pathLst>
                <a:path extrusionOk="0" h="1472" w="1457">
                  <a:moveTo>
                    <a:pt x="388" y="0"/>
                  </a:moveTo>
                  <a:lnTo>
                    <a:pt x="1" y="1094"/>
                  </a:lnTo>
                  <a:lnTo>
                    <a:pt x="1069" y="1471"/>
                  </a:lnTo>
                  <a:lnTo>
                    <a:pt x="1456" y="373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4316511" y="2628403"/>
              <a:ext cx="38426" cy="51026"/>
            </a:xfrm>
            <a:custGeom>
              <a:rect b="b" l="l" r="r" t="t"/>
              <a:pathLst>
                <a:path extrusionOk="0" h="1304" w="982">
                  <a:moveTo>
                    <a:pt x="388" y="0"/>
                  </a:moveTo>
                  <a:lnTo>
                    <a:pt x="1" y="1094"/>
                  </a:lnTo>
                  <a:lnTo>
                    <a:pt x="593" y="1303"/>
                  </a:lnTo>
                  <a:lnTo>
                    <a:pt x="982" y="20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4315337" y="2617564"/>
              <a:ext cx="75130" cy="36195"/>
            </a:xfrm>
            <a:custGeom>
              <a:rect b="b" l="l" r="r" t="t"/>
              <a:pathLst>
                <a:path extrusionOk="0" h="925" w="1920">
                  <a:moveTo>
                    <a:pt x="231" y="1"/>
                  </a:moveTo>
                  <a:cubicBezTo>
                    <a:pt x="147" y="1"/>
                    <a:pt x="69" y="51"/>
                    <a:pt x="41" y="135"/>
                  </a:cubicBezTo>
                  <a:cubicBezTo>
                    <a:pt x="0" y="242"/>
                    <a:pt x="57" y="359"/>
                    <a:pt x="163" y="395"/>
                  </a:cubicBezTo>
                  <a:lnTo>
                    <a:pt x="1620" y="911"/>
                  </a:lnTo>
                  <a:cubicBezTo>
                    <a:pt x="1643" y="920"/>
                    <a:pt x="1667" y="924"/>
                    <a:pt x="1691" y="924"/>
                  </a:cubicBezTo>
                  <a:cubicBezTo>
                    <a:pt x="1774" y="924"/>
                    <a:pt x="1852" y="872"/>
                    <a:pt x="1879" y="789"/>
                  </a:cubicBezTo>
                  <a:cubicBezTo>
                    <a:pt x="1920" y="681"/>
                    <a:pt x="1865" y="564"/>
                    <a:pt x="1757" y="527"/>
                  </a:cubicBezTo>
                  <a:lnTo>
                    <a:pt x="302" y="13"/>
                  </a:lnTo>
                  <a:cubicBezTo>
                    <a:pt x="278" y="5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4315337" y="2617564"/>
              <a:ext cx="41556" cy="25904"/>
            </a:xfrm>
            <a:custGeom>
              <a:rect b="b" l="l" r="r" t="t"/>
              <a:pathLst>
                <a:path extrusionOk="0" h="662" w="1062">
                  <a:moveTo>
                    <a:pt x="231" y="1"/>
                  </a:moveTo>
                  <a:cubicBezTo>
                    <a:pt x="147" y="1"/>
                    <a:pt x="69" y="51"/>
                    <a:pt x="41" y="135"/>
                  </a:cubicBezTo>
                  <a:cubicBezTo>
                    <a:pt x="0" y="242"/>
                    <a:pt x="57" y="359"/>
                    <a:pt x="163" y="395"/>
                  </a:cubicBezTo>
                  <a:lnTo>
                    <a:pt x="899" y="661"/>
                  </a:lnTo>
                  <a:cubicBezTo>
                    <a:pt x="863" y="595"/>
                    <a:pt x="853" y="518"/>
                    <a:pt x="878" y="447"/>
                  </a:cubicBezTo>
                  <a:cubicBezTo>
                    <a:pt x="909" y="359"/>
                    <a:pt x="981" y="298"/>
                    <a:pt x="1062" y="282"/>
                  </a:cubicBezTo>
                  <a:lnTo>
                    <a:pt x="302" y="13"/>
                  </a:lnTo>
                  <a:cubicBezTo>
                    <a:pt x="278" y="5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9"/>
            <p:cNvSpPr/>
            <p:nvPr/>
          </p:nvSpPr>
          <p:spPr>
            <a:xfrm>
              <a:off x="4180025" y="2991920"/>
              <a:ext cx="131320" cy="15887"/>
            </a:xfrm>
            <a:custGeom>
              <a:rect b="b" l="l" r="r" t="t"/>
              <a:pathLst>
                <a:path extrusionOk="0" h="406" w="3356">
                  <a:moveTo>
                    <a:pt x="205" y="1"/>
                  </a:moveTo>
                  <a:cubicBezTo>
                    <a:pt x="92" y="1"/>
                    <a:pt x="0" y="93"/>
                    <a:pt x="5" y="206"/>
                  </a:cubicBezTo>
                  <a:cubicBezTo>
                    <a:pt x="5" y="318"/>
                    <a:pt x="102" y="405"/>
                    <a:pt x="215" y="405"/>
                  </a:cubicBezTo>
                  <a:lnTo>
                    <a:pt x="3152" y="405"/>
                  </a:lnTo>
                  <a:cubicBezTo>
                    <a:pt x="3263" y="405"/>
                    <a:pt x="3355" y="313"/>
                    <a:pt x="3350" y="196"/>
                  </a:cubicBezTo>
                  <a:cubicBezTo>
                    <a:pt x="3350" y="83"/>
                    <a:pt x="3254" y="1"/>
                    <a:pt x="3141" y="1"/>
                  </a:cubicBezTo>
                  <a:close/>
                </a:path>
              </a:pathLst>
            </a:custGeom>
            <a:solidFill>
              <a:srgbClr val="95C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9"/>
            <p:cNvSpPr/>
            <p:nvPr/>
          </p:nvSpPr>
          <p:spPr>
            <a:xfrm>
              <a:off x="4205186" y="3117449"/>
              <a:ext cx="264675" cy="39052"/>
            </a:xfrm>
            <a:custGeom>
              <a:rect b="b" l="l" r="r" t="t"/>
              <a:pathLst>
                <a:path extrusionOk="0" h="998" w="6764">
                  <a:moveTo>
                    <a:pt x="1" y="1"/>
                  </a:moveTo>
                  <a:lnTo>
                    <a:pt x="1" y="501"/>
                  </a:lnTo>
                  <a:cubicBezTo>
                    <a:pt x="1" y="777"/>
                    <a:pt x="220" y="997"/>
                    <a:pt x="491" y="997"/>
                  </a:cubicBezTo>
                  <a:lnTo>
                    <a:pt x="6273" y="997"/>
                  </a:lnTo>
                  <a:cubicBezTo>
                    <a:pt x="6543" y="997"/>
                    <a:pt x="6764" y="777"/>
                    <a:pt x="6764" y="501"/>
                  </a:cubicBezTo>
                  <a:lnTo>
                    <a:pt x="67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9"/>
            <p:cNvSpPr/>
            <p:nvPr/>
          </p:nvSpPr>
          <p:spPr>
            <a:xfrm>
              <a:off x="4205186" y="3117449"/>
              <a:ext cx="50595" cy="39052"/>
            </a:xfrm>
            <a:custGeom>
              <a:rect b="b" l="l" r="r" t="t"/>
              <a:pathLst>
                <a:path extrusionOk="0" h="998" w="1293">
                  <a:moveTo>
                    <a:pt x="1" y="1"/>
                  </a:moveTo>
                  <a:lnTo>
                    <a:pt x="1" y="501"/>
                  </a:lnTo>
                  <a:cubicBezTo>
                    <a:pt x="1" y="777"/>
                    <a:pt x="220" y="997"/>
                    <a:pt x="491" y="997"/>
                  </a:cubicBezTo>
                  <a:lnTo>
                    <a:pt x="1293" y="997"/>
                  </a:lnTo>
                  <a:cubicBezTo>
                    <a:pt x="1027" y="997"/>
                    <a:pt x="807" y="777"/>
                    <a:pt x="807" y="507"/>
                  </a:cubicBezTo>
                  <a:lnTo>
                    <a:pt x="8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4348480" y="2909630"/>
              <a:ext cx="124551" cy="175107"/>
            </a:xfrm>
            <a:custGeom>
              <a:rect b="b" l="l" r="r" t="t"/>
              <a:pathLst>
                <a:path extrusionOk="0" h="4475" w="3183">
                  <a:moveTo>
                    <a:pt x="374" y="0"/>
                  </a:moveTo>
                  <a:cubicBezTo>
                    <a:pt x="170" y="0"/>
                    <a:pt x="0" y="168"/>
                    <a:pt x="0" y="373"/>
                  </a:cubicBezTo>
                  <a:lnTo>
                    <a:pt x="0" y="4475"/>
                  </a:lnTo>
                  <a:lnTo>
                    <a:pt x="3183" y="4475"/>
                  </a:lnTo>
                  <a:lnTo>
                    <a:pt x="3183" y="373"/>
                  </a:lnTo>
                  <a:cubicBezTo>
                    <a:pt x="3183" y="168"/>
                    <a:pt x="3015" y="0"/>
                    <a:pt x="2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4349654" y="2909630"/>
              <a:ext cx="45860" cy="175107"/>
            </a:xfrm>
            <a:custGeom>
              <a:rect b="b" l="l" r="r" t="t"/>
              <a:pathLst>
                <a:path extrusionOk="0" h="4475" w="1172">
                  <a:moveTo>
                    <a:pt x="369" y="0"/>
                  </a:moveTo>
                  <a:cubicBezTo>
                    <a:pt x="165" y="0"/>
                    <a:pt x="1" y="168"/>
                    <a:pt x="1" y="373"/>
                  </a:cubicBezTo>
                  <a:lnTo>
                    <a:pt x="1" y="4475"/>
                  </a:lnTo>
                  <a:lnTo>
                    <a:pt x="809" y="4475"/>
                  </a:lnTo>
                  <a:lnTo>
                    <a:pt x="809" y="368"/>
                  </a:lnTo>
                  <a:cubicBezTo>
                    <a:pt x="809" y="168"/>
                    <a:pt x="972" y="0"/>
                    <a:pt x="1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4271159" y="2667611"/>
              <a:ext cx="96338" cy="193420"/>
            </a:xfrm>
            <a:custGeom>
              <a:rect b="b" l="l" r="r" t="t"/>
              <a:pathLst>
                <a:path extrusionOk="0" h="4943" w="2462">
                  <a:moveTo>
                    <a:pt x="906" y="0"/>
                  </a:moveTo>
                  <a:cubicBezTo>
                    <a:pt x="802" y="0"/>
                    <a:pt x="705" y="64"/>
                    <a:pt x="670" y="168"/>
                  </a:cubicBezTo>
                  <a:lnTo>
                    <a:pt x="0" y="2058"/>
                  </a:lnTo>
                  <a:cubicBezTo>
                    <a:pt x="205" y="2518"/>
                    <a:pt x="281" y="2963"/>
                    <a:pt x="281" y="3493"/>
                  </a:cubicBezTo>
                  <a:cubicBezTo>
                    <a:pt x="281" y="3918"/>
                    <a:pt x="199" y="4347"/>
                    <a:pt x="67" y="4729"/>
                  </a:cubicBezTo>
                  <a:lnTo>
                    <a:pt x="679" y="4929"/>
                  </a:lnTo>
                  <a:cubicBezTo>
                    <a:pt x="707" y="4938"/>
                    <a:pt x="734" y="4943"/>
                    <a:pt x="762" y="4943"/>
                  </a:cubicBezTo>
                  <a:cubicBezTo>
                    <a:pt x="867" y="4943"/>
                    <a:pt x="965" y="4877"/>
                    <a:pt x="1002" y="4776"/>
                  </a:cubicBezTo>
                  <a:lnTo>
                    <a:pt x="2416" y="787"/>
                  </a:lnTo>
                  <a:cubicBezTo>
                    <a:pt x="2462" y="653"/>
                    <a:pt x="2396" y="511"/>
                    <a:pt x="2263" y="464"/>
                  </a:cubicBezTo>
                  <a:lnTo>
                    <a:pt x="991" y="15"/>
                  </a:lnTo>
                  <a:cubicBezTo>
                    <a:pt x="963" y="5"/>
                    <a:pt x="934" y="0"/>
                    <a:pt x="906" y="0"/>
                  </a:cubicBezTo>
                  <a:close/>
                </a:path>
              </a:pathLst>
            </a:custGeom>
            <a:solidFill>
              <a:srgbClr val="95C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4271159" y="2705567"/>
              <a:ext cx="45391" cy="155503"/>
            </a:xfrm>
            <a:custGeom>
              <a:rect b="b" l="l" r="r" t="t"/>
              <a:pathLst>
                <a:path extrusionOk="0" h="3974" w="1160">
                  <a:moveTo>
                    <a:pt x="389" y="1"/>
                  </a:moveTo>
                  <a:lnTo>
                    <a:pt x="0" y="1088"/>
                  </a:lnTo>
                  <a:cubicBezTo>
                    <a:pt x="205" y="1548"/>
                    <a:pt x="281" y="1993"/>
                    <a:pt x="281" y="2523"/>
                  </a:cubicBezTo>
                  <a:cubicBezTo>
                    <a:pt x="281" y="2948"/>
                    <a:pt x="199" y="3377"/>
                    <a:pt x="67" y="3759"/>
                  </a:cubicBezTo>
                  <a:lnTo>
                    <a:pt x="679" y="3959"/>
                  </a:lnTo>
                  <a:cubicBezTo>
                    <a:pt x="708" y="3969"/>
                    <a:pt x="737" y="3974"/>
                    <a:pt x="764" y="3974"/>
                  </a:cubicBezTo>
                  <a:cubicBezTo>
                    <a:pt x="836" y="3974"/>
                    <a:pt x="903" y="3942"/>
                    <a:pt x="950" y="3887"/>
                  </a:cubicBezTo>
                  <a:cubicBezTo>
                    <a:pt x="1088" y="3458"/>
                    <a:pt x="1160" y="2998"/>
                    <a:pt x="1160" y="2523"/>
                  </a:cubicBezTo>
                  <a:cubicBezTo>
                    <a:pt x="1160" y="1588"/>
                    <a:pt x="873" y="720"/>
                    <a:pt x="389" y="1"/>
                  </a:cubicBezTo>
                  <a:close/>
                </a:path>
              </a:pathLst>
            </a:custGeom>
            <a:solidFill>
              <a:srgbClr val="95C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4175603" y="3082506"/>
              <a:ext cx="324818" cy="37017"/>
            </a:xfrm>
            <a:custGeom>
              <a:rect b="b" l="l" r="r" t="t"/>
              <a:pathLst>
                <a:path extrusionOk="0" h="946" w="8301">
                  <a:moveTo>
                    <a:pt x="246" y="0"/>
                  </a:moveTo>
                  <a:cubicBezTo>
                    <a:pt x="108" y="0"/>
                    <a:pt x="0" y="113"/>
                    <a:pt x="0" y="245"/>
                  </a:cubicBezTo>
                  <a:lnTo>
                    <a:pt x="0" y="700"/>
                  </a:lnTo>
                  <a:cubicBezTo>
                    <a:pt x="0" y="837"/>
                    <a:pt x="108" y="945"/>
                    <a:pt x="246" y="945"/>
                  </a:cubicBezTo>
                  <a:lnTo>
                    <a:pt x="8055" y="945"/>
                  </a:lnTo>
                  <a:cubicBezTo>
                    <a:pt x="8194" y="945"/>
                    <a:pt x="8301" y="837"/>
                    <a:pt x="8301" y="700"/>
                  </a:cubicBezTo>
                  <a:lnTo>
                    <a:pt x="8301" y="245"/>
                  </a:lnTo>
                  <a:cubicBezTo>
                    <a:pt x="8301" y="113"/>
                    <a:pt x="8194" y="0"/>
                    <a:pt x="80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4175603" y="3089863"/>
              <a:ext cx="324818" cy="29661"/>
            </a:xfrm>
            <a:custGeom>
              <a:rect b="b" l="l" r="r" t="t"/>
              <a:pathLst>
                <a:path extrusionOk="0" h="758" w="8301">
                  <a:moveTo>
                    <a:pt x="5" y="1"/>
                  </a:moveTo>
                  <a:cubicBezTo>
                    <a:pt x="0" y="17"/>
                    <a:pt x="0" y="37"/>
                    <a:pt x="0" y="52"/>
                  </a:cubicBezTo>
                  <a:lnTo>
                    <a:pt x="0" y="512"/>
                  </a:lnTo>
                  <a:cubicBezTo>
                    <a:pt x="0" y="649"/>
                    <a:pt x="108" y="757"/>
                    <a:pt x="246" y="757"/>
                  </a:cubicBezTo>
                  <a:lnTo>
                    <a:pt x="8055" y="757"/>
                  </a:lnTo>
                  <a:cubicBezTo>
                    <a:pt x="8194" y="757"/>
                    <a:pt x="8301" y="649"/>
                    <a:pt x="8301" y="512"/>
                  </a:cubicBezTo>
                  <a:lnTo>
                    <a:pt x="8301" y="52"/>
                  </a:lnTo>
                  <a:cubicBezTo>
                    <a:pt x="8301" y="37"/>
                    <a:pt x="8301" y="17"/>
                    <a:pt x="8296" y="1"/>
                  </a:cubicBezTo>
                  <a:cubicBezTo>
                    <a:pt x="8270" y="109"/>
                    <a:pt x="8173" y="190"/>
                    <a:pt x="8055" y="190"/>
                  </a:cubicBezTo>
                  <a:lnTo>
                    <a:pt x="246" y="190"/>
                  </a:lnTo>
                  <a:cubicBezTo>
                    <a:pt x="128" y="190"/>
                    <a:pt x="31" y="109"/>
                    <a:pt x="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3995136" y="2659785"/>
              <a:ext cx="289445" cy="289249"/>
            </a:xfrm>
            <a:custGeom>
              <a:rect b="b" l="l" r="r" t="t"/>
              <a:pathLst>
                <a:path extrusionOk="0" h="7392" w="7397">
                  <a:moveTo>
                    <a:pt x="3698" y="0"/>
                  </a:moveTo>
                  <a:cubicBezTo>
                    <a:pt x="1661" y="0"/>
                    <a:pt x="1" y="1655"/>
                    <a:pt x="1" y="3693"/>
                  </a:cubicBezTo>
                  <a:cubicBezTo>
                    <a:pt x="1" y="5731"/>
                    <a:pt x="1661" y="7392"/>
                    <a:pt x="3698" y="7392"/>
                  </a:cubicBezTo>
                  <a:cubicBezTo>
                    <a:pt x="5737" y="7392"/>
                    <a:pt x="7396" y="5731"/>
                    <a:pt x="7396" y="3693"/>
                  </a:cubicBezTo>
                  <a:cubicBezTo>
                    <a:pt x="7396" y="1655"/>
                    <a:pt x="5737" y="0"/>
                    <a:pt x="3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3995136" y="2659785"/>
              <a:ext cx="159337" cy="289249"/>
            </a:xfrm>
            <a:custGeom>
              <a:rect b="b" l="l" r="r" t="t"/>
              <a:pathLst>
                <a:path extrusionOk="0" h="7392" w="4072">
                  <a:moveTo>
                    <a:pt x="3698" y="0"/>
                  </a:moveTo>
                  <a:cubicBezTo>
                    <a:pt x="1661" y="0"/>
                    <a:pt x="1" y="1655"/>
                    <a:pt x="1" y="3693"/>
                  </a:cubicBezTo>
                  <a:cubicBezTo>
                    <a:pt x="1" y="5731"/>
                    <a:pt x="1661" y="7392"/>
                    <a:pt x="3698" y="7392"/>
                  </a:cubicBezTo>
                  <a:cubicBezTo>
                    <a:pt x="3827" y="7392"/>
                    <a:pt x="3949" y="7386"/>
                    <a:pt x="4072" y="7371"/>
                  </a:cubicBezTo>
                  <a:cubicBezTo>
                    <a:pt x="2207" y="7187"/>
                    <a:pt x="751" y="5608"/>
                    <a:pt x="751" y="3693"/>
                  </a:cubicBezTo>
                  <a:cubicBezTo>
                    <a:pt x="751" y="1784"/>
                    <a:pt x="2207" y="205"/>
                    <a:pt x="4072" y="16"/>
                  </a:cubicBezTo>
                  <a:cubicBezTo>
                    <a:pt x="3949" y="6"/>
                    <a:pt x="3827" y="0"/>
                    <a:pt x="3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4020336" y="2684750"/>
              <a:ext cx="239045" cy="239123"/>
            </a:xfrm>
            <a:custGeom>
              <a:rect b="b" l="l" r="r" t="t"/>
              <a:pathLst>
                <a:path extrusionOk="0" h="6111" w="6109">
                  <a:moveTo>
                    <a:pt x="3054" y="1"/>
                  </a:moveTo>
                  <a:cubicBezTo>
                    <a:pt x="1375" y="1"/>
                    <a:pt x="0" y="1375"/>
                    <a:pt x="0" y="3055"/>
                  </a:cubicBezTo>
                  <a:cubicBezTo>
                    <a:pt x="0" y="4741"/>
                    <a:pt x="1375" y="6110"/>
                    <a:pt x="3054" y="6110"/>
                  </a:cubicBezTo>
                  <a:cubicBezTo>
                    <a:pt x="4740" y="6110"/>
                    <a:pt x="6109" y="4741"/>
                    <a:pt x="6109" y="3055"/>
                  </a:cubicBezTo>
                  <a:cubicBezTo>
                    <a:pt x="6109" y="1375"/>
                    <a:pt x="4740" y="1"/>
                    <a:pt x="3054" y="1"/>
                  </a:cubicBez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9"/>
            <p:cNvSpPr/>
            <p:nvPr/>
          </p:nvSpPr>
          <p:spPr>
            <a:xfrm>
              <a:off x="4020336" y="2684750"/>
              <a:ext cx="134333" cy="239123"/>
            </a:xfrm>
            <a:custGeom>
              <a:rect b="b" l="l" r="r" t="t"/>
              <a:pathLst>
                <a:path extrusionOk="0" h="6111" w="3433">
                  <a:moveTo>
                    <a:pt x="3054" y="1"/>
                  </a:moveTo>
                  <a:cubicBezTo>
                    <a:pt x="1375" y="1"/>
                    <a:pt x="0" y="1375"/>
                    <a:pt x="0" y="3055"/>
                  </a:cubicBezTo>
                  <a:cubicBezTo>
                    <a:pt x="0" y="4741"/>
                    <a:pt x="1375" y="6110"/>
                    <a:pt x="3054" y="6110"/>
                  </a:cubicBezTo>
                  <a:cubicBezTo>
                    <a:pt x="3183" y="6110"/>
                    <a:pt x="3310" y="6104"/>
                    <a:pt x="3433" y="6089"/>
                  </a:cubicBezTo>
                  <a:cubicBezTo>
                    <a:pt x="1926" y="5901"/>
                    <a:pt x="751" y="4613"/>
                    <a:pt x="751" y="3055"/>
                  </a:cubicBezTo>
                  <a:cubicBezTo>
                    <a:pt x="751" y="1497"/>
                    <a:pt x="1926" y="210"/>
                    <a:pt x="3433" y="26"/>
                  </a:cubicBezTo>
                  <a:cubicBezTo>
                    <a:pt x="3310" y="12"/>
                    <a:pt x="3183" y="1"/>
                    <a:pt x="3054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9"/>
            <p:cNvSpPr/>
            <p:nvPr/>
          </p:nvSpPr>
          <p:spPr>
            <a:xfrm>
              <a:off x="4111665" y="2835479"/>
              <a:ext cx="53373" cy="53373"/>
            </a:xfrm>
            <a:custGeom>
              <a:rect b="b" l="l" r="r" t="t"/>
              <a:pathLst>
                <a:path extrusionOk="0" h="1364" w="1364">
                  <a:moveTo>
                    <a:pt x="680" y="0"/>
                  </a:moveTo>
                  <a:cubicBezTo>
                    <a:pt x="307" y="0"/>
                    <a:pt x="0" y="307"/>
                    <a:pt x="0" y="684"/>
                  </a:cubicBezTo>
                  <a:cubicBezTo>
                    <a:pt x="0" y="1063"/>
                    <a:pt x="307" y="1363"/>
                    <a:pt x="680" y="1363"/>
                  </a:cubicBezTo>
                  <a:cubicBezTo>
                    <a:pt x="1057" y="1363"/>
                    <a:pt x="1364" y="1063"/>
                    <a:pt x="1364" y="684"/>
                  </a:cubicBezTo>
                  <a:cubicBezTo>
                    <a:pt x="1364" y="307"/>
                    <a:pt x="1057" y="0"/>
                    <a:pt x="680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9"/>
            <p:cNvSpPr/>
            <p:nvPr/>
          </p:nvSpPr>
          <p:spPr>
            <a:xfrm>
              <a:off x="4111665" y="2835479"/>
              <a:ext cx="41400" cy="53373"/>
            </a:xfrm>
            <a:custGeom>
              <a:rect b="b" l="l" r="r" t="t"/>
              <a:pathLst>
                <a:path extrusionOk="0" h="1364" w="1058">
                  <a:moveTo>
                    <a:pt x="680" y="0"/>
                  </a:moveTo>
                  <a:cubicBezTo>
                    <a:pt x="307" y="0"/>
                    <a:pt x="0" y="307"/>
                    <a:pt x="0" y="684"/>
                  </a:cubicBezTo>
                  <a:cubicBezTo>
                    <a:pt x="0" y="1063"/>
                    <a:pt x="307" y="1363"/>
                    <a:pt x="680" y="1363"/>
                  </a:cubicBezTo>
                  <a:cubicBezTo>
                    <a:pt x="818" y="1363"/>
                    <a:pt x="950" y="1323"/>
                    <a:pt x="1057" y="1252"/>
                  </a:cubicBezTo>
                  <a:cubicBezTo>
                    <a:pt x="873" y="1129"/>
                    <a:pt x="751" y="920"/>
                    <a:pt x="751" y="684"/>
                  </a:cubicBezTo>
                  <a:cubicBezTo>
                    <a:pt x="751" y="444"/>
                    <a:pt x="873" y="236"/>
                    <a:pt x="1057" y="118"/>
                  </a:cubicBezTo>
                  <a:cubicBezTo>
                    <a:pt x="950" y="46"/>
                    <a:pt x="818" y="0"/>
                    <a:pt x="680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4164999" y="2791301"/>
              <a:ext cx="30247" cy="30208"/>
            </a:xfrm>
            <a:custGeom>
              <a:rect b="b" l="l" r="r" t="t"/>
              <a:pathLst>
                <a:path extrusionOk="0" h="772" w="773">
                  <a:moveTo>
                    <a:pt x="384" y="0"/>
                  </a:moveTo>
                  <a:cubicBezTo>
                    <a:pt x="170" y="0"/>
                    <a:pt x="1" y="174"/>
                    <a:pt x="1" y="384"/>
                  </a:cubicBezTo>
                  <a:cubicBezTo>
                    <a:pt x="1" y="598"/>
                    <a:pt x="170" y="771"/>
                    <a:pt x="384" y="771"/>
                  </a:cubicBezTo>
                  <a:cubicBezTo>
                    <a:pt x="599" y="771"/>
                    <a:pt x="773" y="598"/>
                    <a:pt x="773" y="384"/>
                  </a:cubicBezTo>
                  <a:cubicBezTo>
                    <a:pt x="773" y="174"/>
                    <a:pt x="599" y="0"/>
                    <a:pt x="384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4164999" y="2791301"/>
              <a:ext cx="26843" cy="30208"/>
            </a:xfrm>
            <a:custGeom>
              <a:rect b="b" l="l" r="r" t="t"/>
              <a:pathLst>
                <a:path extrusionOk="0" h="772" w="686">
                  <a:moveTo>
                    <a:pt x="384" y="0"/>
                  </a:moveTo>
                  <a:cubicBezTo>
                    <a:pt x="170" y="0"/>
                    <a:pt x="1" y="174"/>
                    <a:pt x="1" y="384"/>
                  </a:cubicBezTo>
                  <a:cubicBezTo>
                    <a:pt x="1" y="598"/>
                    <a:pt x="170" y="771"/>
                    <a:pt x="384" y="771"/>
                  </a:cubicBezTo>
                  <a:cubicBezTo>
                    <a:pt x="507" y="771"/>
                    <a:pt x="620" y="715"/>
                    <a:pt x="686" y="623"/>
                  </a:cubicBezTo>
                  <a:cubicBezTo>
                    <a:pt x="634" y="557"/>
                    <a:pt x="604" y="476"/>
                    <a:pt x="604" y="384"/>
                  </a:cubicBezTo>
                  <a:cubicBezTo>
                    <a:pt x="604" y="297"/>
                    <a:pt x="634" y="215"/>
                    <a:pt x="686" y="149"/>
                  </a:cubicBezTo>
                  <a:cubicBezTo>
                    <a:pt x="620" y="57"/>
                    <a:pt x="507" y="0"/>
                    <a:pt x="384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4088500" y="2744541"/>
              <a:ext cx="60965" cy="60808"/>
            </a:xfrm>
            <a:custGeom>
              <a:rect b="b" l="l" r="r" t="t"/>
              <a:pathLst>
                <a:path extrusionOk="0" h="1554" w="1558">
                  <a:moveTo>
                    <a:pt x="776" y="0"/>
                  </a:moveTo>
                  <a:cubicBezTo>
                    <a:pt x="347" y="0"/>
                    <a:pt x="0" y="347"/>
                    <a:pt x="0" y="776"/>
                  </a:cubicBezTo>
                  <a:cubicBezTo>
                    <a:pt x="0" y="1205"/>
                    <a:pt x="347" y="1553"/>
                    <a:pt x="776" y="1553"/>
                  </a:cubicBezTo>
                  <a:cubicBezTo>
                    <a:pt x="1210" y="1553"/>
                    <a:pt x="1557" y="1205"/>
                    <a:pt x="1557" y="776"/>
                  </a:cubicBezTo>
                  <a:cubicBezTo>
                    <a:pt x="1557" y="347"/>
                    <a:pt x="1210" y="0"/>
                    <a:pt x="776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4088500" y="2744541"/>
              <a:ext cx="45156" cy="60808"/>
            </a:xfrm>
            <a:custGeom>
              <a:rect b="b" l="l" r="r" t="t"/>
              <a:pathLst>
                <a:path extrusionOk="0" h="1554" w="1154">
                  <a:moveTo>
                    <a:pt x="776" y="0"/>
                  </a:moveTo>
                  <a:cubicBezTo>
                    <a:pt x="347" y="0"/>
                    <a:pt x="0" y="347"/>
                    <a:pt x="0" y="776"/>
                  </a:cubicBezTo>
                  <a:cubicBezTo>
                    <a:pt x="0" y="1205"/>
                    <a:pt x="347" y="1553"/>
                    <a:pt x="776" y="1553"/>
                  </a:cubicBezTo>
                  <a:cubicBezTo>
                    <a:pt x="914" y="1553"/>
                    <a:pt x="1042" y="1518"/>
                    <a:pt x="1154" y="1456"/>
                  </a:cubicBezTo>
                  <a:cubicBezTo>
                    <a:pt x="914" y="1323"/>
                    <a:pt x="751" y="1068"/>
                    <a:pt x="751" y="776"/>
                  </a:cubicBezTo>
                  <a:cubicBezTo>
                    <a:pt x="751" y="485"/>
                    <a:pt x="914" y="231"/>
                    <a:pt x="1154" y="97"/>
                  </a:cubicBezTo>
                  <a:cubicBezTo>
                    <a:pt x="1042" y="36"/>
                    <a:pt x="914" y="0"/>
                    <a:pt x="776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4061892" y="2820453"/>
              <a:ext cx="25630" cy="25669"/>
            </a:xfrm>
            <a:custGeom>
              <a:rect b="b" l="l" r="r" t="t"/>
              <a:pathLst>
                <a:path extrusionOk="0" h="656" w="655">
                  <a:moveTo>
                    <a:pt x="327" y="1"/>
                  </a:moveTo>
                  <a:cubicBezTo>
                    <a:pt x="148" y="1"/>
                    <a:pt x="0" y="149"/>
                    <a:pt x="0" y="328"/>
                  </a:cubicBezTo>
                  <a:cubicBezTo>
                    <a:pt x="0" y="512"/>
                    <a:pt x="148" y="655"/>
                    <a:pt x="327" y="655"/>
                  </a:cubicBezTo>
                  <a:cubicBezTo>
                    <a:pt x="506" y="655"/>
                    <a:pt x="655" y="512"/>
                    <a:pt x="655" y="328"/>
                  </a:cubicBezTo>
                  <a:cubicBezTo>
                    <a:pt x="655" y="149"/>
                    <a:pt x="506" y="1"/>
                    <a:pt x="327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4174038" y="2730962"/>
              <a:ext cx="34787" cy="34787"/>
            </a:xfrm>
            <a:custGeom>
              <a:rect b="b" l="l" r="r" t="t"/>
              <a:pathLst>
                <a:path extrusionOk="0" h="889" w="889">
                  <a:moveTo>
                    <a:pt x="444" y="0"/>
                  </a:moveTo>
                  <a:cubicBezTo>
                    <a:pt x="199" y="0"/>
                    <a:pt x="0" y="199"/>
                    <a:pt x="0" y="444"/>
                  </a:cubicBezTo>
                  <a:cubicBezTo>
                    <a:pt x="0" y="689"/>
                    <a:pt x="199" y="889"/>
                    <a:pt x="444" y="889"/>
                  </a:cubicBezTo>
                  <a:cubicBezTo>
                    <a:pt x="689" y="889"/>
                    <a:pt x="889" y="689"/>
                    <a:pt x="889" y="444"/>
                  </a:cubicBezTo>
                  <a:cubicBezTo>
                    <a:pt x="889" y="199"/>
                    <a:pt x="689" y="0"/>
                    <a:pt x="444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174038" y="2730962"/>
              <a:ext cx="32204" cy="34787"/>
            </a:xfrm>
            <a:custGeom>
              <a:rect b="b" l="l" r="r" t="t"/>
              <a:pathLst>
                <a:path extrusionOk="0" h="889" w="823">
                  <a:moveTo>
                    <a:pt x="444" y="0"/>
                  </a:moveTo>
                  <a:cubicBezTo>
                    <a:pt x="199" y="0"/>
                    <a:pt x="0" y="199"/>
                    <a:pt x="0" y="444"/>
                  </a:cubicBezTo>
                  <a:cubicBezTo>
                    <a:pt x="0" y="689"/>
                    <a:pt x="199" y="889"/>
                    <a:pt x="444" y="889"/>
                  </a:cubicBezTo>
                  <a:cubicBezTo>
                    <a:pt x="603" y="889"/>
                    <a:pt x="740" y="802"/>
                    <a:pt x="823" y="679"/>
                  </a:cubicBezTo>
                  <a:cubicBezTo>
                    <a:pt x="776" y="608"/>
                    <a:pt x="750" y="531"/>
                    <a:pt x="750" y="444"/>
                  </a:cubicBezTo>
                  <a:cubicBezTo>
                    <a:pt x="750" y="357"/>
                    <a:pt x="776" y="276"/>
                    <a:pt x="823" y="210"/>
                  </a:cubicBezTo>
                  <a:cubicBezTo>
                    <a:pt x="740" y="81"/>
                    <a:pt x="603" y="0"/>
                    <a:pt x="444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186403" y="2838766"/>
              <a:ext cx="21404" cy="19839"/>
            </a:xfrm>
            <a:custGeom>
              <a:rect b="b" l="l" r="r" t="t"/>
              <a:pathLst>
                <a:path extrusionOk="0" h="507" w="547">
                  <a:moveTo>
                    <a:pt x="339" y="0"/>
                  </a:moveTo>
                  <a:cubicBezTo>
                    <a:pt x="291" y="0"/>
                    <a:pt x="243" y="18"/>
                    <a:pt x="205" y="54"/>
                  </a:cubicBezTo>
                  <a:lnTo>
                    <a:pt x="73" y="187"/>
                  </a:lnTo>
                  <a:cubicBezTo>
                    <a:pt x="0" y="258"/>
                    <a:pt x="0" y="376"/>
                    <a:pt x="73" y="452"/>
                  </a:cubicBezTo>
                  <a:cubicBezTo>
                    <a:pt x="111" y="488"/>
                    <a:pt x="159" y="506"/>
                    <a:pt x="207" y="506"/>
                  </a:cubicBezTo>
                  <a:cubicBezTo>
                    <a:pt x="255" y="506"/>
                    <a:pt x="302" y="488"/>
                    <a:pt x="337" y="452"/>
                  </a:cubicBezTo>
                  <a:lnTo>
                    <a:pt x="471" y="320"/>
                  </a:lnTo>
                  <a:cubicBezTo>
                    <a:pt x="547" y="248"/>
                    <a:pt x="547" y="126"/>
                    <a:pt x="471" y="54"/>
                  </a:cubicBezTo>
                  <a:cubicBezTo>
                    <a:pt x="435" y="18"/>
                    <a:pt x="387" y="0"/>
                    <a:pt x="339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4" name="Google Shape;1554;p19"/>
          <p:cNvGrpSpPr/>
          <p:nvPr/>
        </p:nvGrpSpPr>
        <p:grpSpPr>
          <a:xfrm>
            <a:off x="8827859" y="3471016"/>
            <a:ext cx="505282" cy="460593"/>
            <a:chOff x="2812158" y="2647811"/>
            <a:chExt cx="546842" cy="498477"/>
          </a:xfrm>
        </p:grpSpPr>
        <p:sp>
          <p:nvSpPr>
            <p:cNvPr id="1555" name="Google Shape;1555;p19"/>
            <p:cNvSpPr/>
            <p:nvPr/>
          </p:nvSpPr>
          <p:spPr>
            <a:xfrm>
              <a:off x="3134902" y="2687685"/>
              <a:ext cx="50243" cy="87729"/>
            </a:xfrm>
            <a:custGeom>
              <a:rect b="b" l="l" r="r" t="t"/>
              <a:pathLst>
                <a:path extrusionOk="0" h="2242" w="1284">
                  <a:moveTo>
                    <a:pt x="1047" y="0"/>
                  </a:moveTo>
                  <a:cubicBezTo>
                    <a:pt x="969" y="0"/>
                    <a:pt x="893" y="45"/>
                    <a:pt x="859" y="121"/>
                  </a:cubicBezTo>
                  <a:lnTo>
                    <a:pt x="48" y="1948"/>
                  </a:lnTo>
                  <a:cubicBezTo>
                    <a:pt x="1" y="2051"/>
                    <a:pt x="52" y="2174"/>
                    <a:pt x="154" y="2224"/>
                  </a:cubicBezTo>
                  <a:cubicBezTo>
                    <a:pt x="181" y="2236"/>
                    <a:pt x="210" y="2241"/>
                    <a:pt x="237" y="2241"/>
                  </a:cubicBezTo>
                  <a:cubicBezTo>
                    <a:pt x="319" y="2241"/>
                    <a:pt x="396" y="2193"/>
                    <a:pt x="430" y="2117"/>
                  </a:cubicBezTo>
                  <a:lnTo>
                    <a:pt x="1238" y="289"/>
                  </a:lnTo>
                  <a:cubicBezTo>
                    <a:pt x="1283" y="187"/>
                    <a:pt x="1238" y="64"/>
                    <a:pt x="1130" y="18"/>
                  </a:cubicBezTo>
                  <a:cubicBezTo>
                    <a:pt x="1103" y="6"/>
                    <a:pt x="1075" y="0"/>
                    <a:pt x="1047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3160728" y="3007455"/>
              <a:ext cx="62960" cy="77203"/>
            </a:xfrm>
            <a:custGeom>
              <a:rect b="b" l="l" r="r" t="t"/>
              <a:pathLst>
                <a:path extrusionOk="0" h="1973" w="1609">
                  <a:moveTo>
                    <a:pt x="241" y="0"/>
                  </a:moveTo>
                  <a:cubicBezTo>
                    <a:pt x="197" y="0"/>
                    <a:pt x="153" y="14"/>
                    <a:pt x="113" y="44"/>
                  </a:cubicBezTo>
                  <a:cubicBezTo>
                    <a:pt x="21" y="110"/>
                    <a:pt x="0" y="238"/>
                    <a:pt x="72" y="330"/>
                  </a:cubicBezTo>
                  <a:lnTo>
                    <a:pt x="1205" y="1888"/>
                  </a:lnTo>
                  <a:cubicBezTo>
                    <a:pt x="1245" y="1943"/>
                    <a:pt x="1310" y="1973"/>
                    <a:pt x="1375" y="1973"/>
                  </a:cubicBezTo>
                  <a:cubicBezTo>
                    <a:pt x="1418" y="1973"/>
                    <a:pt x="1461" y="1960"/>
                    <a:pt x="1497" y="1933"/>
                  </a:cubicBezTo>
                  <a:cubicBezTo>
                    <a:pt x="1589" y="1867"/>
                    <a:pt x="1609" y="1734"/>
                    <a:pt x="1543" y="1642"/>
                  </a:cubicBezTo>
                  <a:lnTo>
                    <a:pt x="404" y="84"/>
                  </a:lnTo>
                  <a:cubicBezTo>
                    <a:pt x="365" y="30"/>
                    <a:pt x="304" y="0"/>
                    <a:pt x="241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9"/>
            <p:cNvSpPr/>
            <p:nvPr/>
          </p:nvSpPr>
          <p:spPr>
            <a:xfrm>
              <a:off x="3222279" y="2866822"/>
              <a:ext cx="93169" cy="24417"/>
            </a:xfrm>
            <a:custGeom>
              <a:rect b="b" l="l" r="r" t="t"/>
              <a:pathLst>
                <a:path extrusionOk="0" h="624" w="2381">
                  <a:moveTo>
                    <a:pt x="2159" y="0"/>
                  </a:moveTo>
                  <a:cubicBezTo>
                    <a:pt x="2153" y="0"/>
                    <a:pt x="2147" y="0"/>
                    <a:pt x="2140" y="1"/>
                  </a:cubicBezTo>
                  <a:lnTo>
                    <a:pt x="195" y="211"/>
                  </a:lnTo>
                  <a:cubicBezTo>
                    <a:pt x="82" y="225"/>
                    <a:pt x="0" y="328"/>
                    <a:pt x="11" y="440"/>
                  </a:cubicBezTo>
                  <a:cubicBezTo>
                    <a:pt x="26" y="548"/>
                    <a:pt x="113" y="624"/>
                    <a:pt x="220" y="624"/>
                  </a:cubicBezTo>
                  <a:lnTo>
                    <a:pt x="240" y="624"/>
                  </a:lnTo>
                  <a:lnTo>
                    <a:pt x="2187" y="415"/>
                  </a:lnTo>
                  <a:cubicBezTo>
                    <a:pt x="2299" y="404"/>
                    <a:pt x="2381" y="302"/>
                    <a:pt x="2371" y="185"/>
                  </a:cubicBezTo>
                  <a:cubicBezTo>
                    <a:pt x="2356" y="78"/>
                    <a:pt x="2264" y="0"/>
                    <a:pt x="2159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9"/>
            <p:cNvSpPr/>
            <p:nvPr/>
          </p:nvSpPr>
          <p:spPr>
            <a:xfrm>
              <a:off x="2922465" y="2734719"/>
              <a:ext cx="328614" cy="328418"/>
            </a:xfrm>
            <a:custGeom>
              <a:rect b="b" l="l" r="r" t="t"/>
              <a:pathLst>
                <a:path extrusionOk="0" h="8393" w="8398">
                  <a:moveTo>
                    <a:pt x="4199" y="1"/>
                  </a:moveTo>
                  <a:cubicBezTo>
                    <a:pt x="1881" y="1"/>
                    <a:pt x="1" y="1880"/>
                    <a:pt x="1" y="4195"/>
                  </a:cubicBezTo>
                  <a:cubicBezTo>
                    <a:pt x="1" y="6513"/>
                    <a:pt x="1881" y="8393"/>
                    <a:pt x="4199" y="8393"/>
                  </a:cubicBezTo>
                  <a:cubicBezTo>
                    <a:pt x="6518" y="8393"/>
                    <a:pt x="8398" y="6513"/>
                    <a:pt x="8398" y="4195"/>
                  </a:cubicBezTo>
                  <a:cubicBezTo>
                    <a:pt x="8398" y="1880"/>
                    <a:pt x="6518" y="1"/>
                    <a:pt x="4199" y="1"/>
                  </a:cubicBezTo>
                  <a:close/>
                </a:path>
              </a:pathLst>
            </a:custGeom>
            <a:solidFill>
              <a:srgbClr val="FF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9"/>
            <p:cNvSpPr/>
            <p:nvPr/>
          </p:nvSpPr>
          <p:spPr>
            <a:xfrm>
              <a:off x="2922465" y="2734719"/>
              <a:ext cx="180546" cy="328418"/>
            </a:xfrm>
            <a:custGeom>
              <a:rect b="b" l="l" r="r" t="t"/>
              <a:pathLst>
                <a:path extrusionOk="0" h="8393" w="4614">
                  <a:moveTo>
                    <a:pt x="4199" y="1"/>
                  </a:moveTo>
                  <a:cubicBezTo>
                    <a:pt x="1881" y="1"/>
                    <a:pt x="1" y="1880"/>
                    <a:pt x="1" y="4195"/>
                  </a:cubicBezTo>
                  <a:cubicBezTo>
                    <a:pt x="1" y="6513"/>
                    <a:pt x="1881" y="8393"/>
                    <a:pt x="4199" y="8393"/>
                  </a:cubicBezTo>
                  <a:cubicBezTo>
                    <a:pt x="4338" y="8393"/>
                    <a:pt x="4475" y="8388"/>
                    <a:pt x="4614" y="8372"/>
                  </a:cubicBezTo>
                  <a:cubicBezTo>
                    <a:pt x="2494" y="8163"/>
                    <a:pt x="833" y="6375"/>
                    <a:pt x="833" y="4195"/>
                  </a:cubicBezTo>
                  <a:cubicBezTo>
                    <a:pt x="833" y="2019"/>
                    <a:pt x="2494" y="225"/>
                    <a:pt x="4614" y="22"/>
                  </a:cubicBezTo>
                  <a:cubicBezTo>
                    <a:pt x="4475" y="6"/>
                    <a:pt x="4338" y="1"/>
                    <a:pt x="4199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985034" y="3021229"/>
              <a:ext cx="49421" cy="85969"/>
            </a:xfrm>
            <a:custGeom>
              <a:rect b="b" l="l" r="r" t="t"/>
              <a:pathLst>
                <a:path extrusionOk="0" h="2197" w="1263">
                  <a:moveTo>
                    <a:pt x="1023" y="0"/>
                  </a:moveTo>
                  <a:cubicBezTo>
                    <a:pt x="943" y="0"/>
                    <a:pt x="867" y="45"/>
                    <a:pt x="834" y="121"/>
                  </a:cubicBezTo>
                  <a:lnTo>
                    <a:pt x="47" y="1908"/>
                  </a:lnTo>
                  <a:cubicBezTo>
                    <a:pt x="0" y="2010"/>
                    <a:pt x="47" y="2133"/>
                    <a:pt x="149" y="2179"/>
                  </a:cubicBezTo>
                  <a:cubicBezTo>
                    <a:pt x="177" y="2191"/>
                    <a:pt x="206" y="2197"/>
                    <a:pt x="235" y="2197"/>
                  </a:cubicBezTo>
                  <a:cubicBezTo>
                    <a:pt x="316" y="2197"/>
                    <a:pt x="391" y="2152"/>
                    <a:pt x="424" y="2077"/>
                  </a:cubicBezTo>
                  <a:lnTo>
                    <a:pt x="1216" y="289"/>
                  </a:lnTo>
                  <a:cubicBezTo>
                    <a:pt x="1263" y="187"/>
                    <a:pt x="1216" y="65"/>
                    <a:pt x="1110" y="18"/>
                  </a:cubicBezTo>
                  <a:cubicBezTo>
                    <a:pt x="1081" y="6"/>
                    <a:pt x="1052" y="0"/>
                    <a:pt x="1023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2947469" y="2710302"/>
              <a:ext cx="63586" cy="78182"/>
            </a:xfrm>
            <a:custGeom>
              <a:rect b="b" l="l" r="r" t="t"/>
              <a:pathLst>
                <a:path extrusionOk="0" h="1998" w="1625">
                  <a:moveTo>
                    <a:pt x="237" y="0"/>
                  </a:moveTo>
                  <a:cubicBezTo>
                    <a:pt x="194" y="0"/>
                    <a:pt x="150" y="14"/>
                    <a:pt x="113" y="43"/>
                  </a:cubicBezTo>
                  <a:cubicBezTo>
                    <a:pt x="21" y="109"/>
                    <a:pt x="0" y="236"/>
                    <a:pt x="67" y="328"/>
                  </a:cubicBezTo>
                  <a:lnTo>
                    <a:pt x="1221" y="1912"/>
                  </a:lnTo>
                  <a:cubicBezTo>
                    <a:pt x="1261" y="1968"/>
                    <a:pt x="1325" y="1997"/>
                    <a:pt x="1390" y="1997"/>
                  </a:cubicBezTo>
                  <a:cubicBezTo>
                    <a:pt x="1432" y="1997"/>
                    <a:pt x="1475" y="1984"/>
                    <a:pt x="1512" y="1957"/>
                  </a:cubicBezTo>
                  <a:cubicBezTo>
                    <a:pt x="1604" y="1891"/>
                    <a:pt x="1625" y="1759"/>
                    <a:pt x="1558" y="1667"/>
                  </a:cubicBezTo>
                  <a:lnTo>
                    <a:pt x="404" y="88"/>
                  </a:lnTo>
                  <a:cubicBezTo>
                    <a:pt x="364" y="30"/>
                    <a:pt x="301" y="0"/>
                    <a:pt x="237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858331" y="2903134"/>
              <a:ext cx="92777" cy="24339"/>
            </a:xfrm>
            <a:custGeom>
              <a:rect b="b" l="l" r="r" t="t"/>
              <a:pathLst>
                <a:path extrusionOk="0" h="622" w="2371">
                  <a:moveTo>
                    <a:pt x="2156" y="0"/>
                  </a:moveTo>
                  <a:cubicBezTo>
                    <a:pt x="2148" y="0"/>
                    <a:pt x="2139" y="1"/>
                    <a:pt x="2130" y="2"/>
                  </a:cubicBezTo>
                  <a:lnTo>
                    <a:pt x="195" y="207"/>
                  </a:lnTo>
                  <a:cubicBezTo>
                    <a:pt x="82" y="223"/>
                    <a:pt x="1" y="324"/>
                    <a:pt x="11" y="437"/>
                  </a:cubicBezTo>
                  <a:cubicBezTo>
                    <a:pt x="20" y="544"/>
                    <a:pt x="112" y="621"/>
                    <a:pt x="220" y="621"/>
                  </a:cubicBezTo>
                  <a:lnTo>
                    <a:pt x="241" y="621"/>
                  </a:lnTo>
                  <a:lnTo>
                    <a:pt x="2172" y="416"/>
                  </a:lnTo>
                  <a:cubicBezTo>
                    <a:pt x="2288" y="400"/>
                    <a:pt x="2370" y="299"/>
                    <a:pt x="2361" y="186"/>
                  </a:cubicBezTo>
                  <a:cubicBezTo>
                    <a:pt x="2346" y="79"/>
                    <a:pt x="2258" y="0"/>
                    <a:pt x="2156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911861" y="2671993"/>
              <a:ext cx="64212" cy="56191"/>
            </a:xfrm>
            <a:custGeom>
              <a:rect b="b" l="l" r="r" t="t"/>
              <a:pathLst>
                <a:path extrusionOk="0" h="1436" w="1641">
                  <a:moveTo>
                    <a:pt x="819" y="0"/>
                  </a:moveTo>
                  <a:cubicBezTo>
                    <a:pt x="570" y="0"/>
                    <a:pt x="330" y="128"/>
                    <a:pt x="201" y="357"/>
                  </a:cubicBezTo>
                  <a:cubicBezTo>
                    <a:pt x="1" y="699"/>
                    <a:pt x="119" y="1139"/>
                    <a:pt x="461" y="1338"/>
                  </a:cubicBezTo>
                  <a:cubicBezTo>
                    <a:pt x="574" y="1404"/>
                    <a:pt x="698" y="1435"/>
                    <a:pt x="820" y="1435"/>
                  </a:cubicBezTo>
                  <a:cubicBezTo>
                    <a:pt x="1068" y="1435"/>
                    <a:pt x="1308" y="1307"/>
                    <a:pt x="1441" y="1078"/>
                  </a:cubicBezTo>
                  <a:cubicBezTo>
                    <a:pt x="1641" y="736"/>
                    <a:pt x="1523" y="296"/>
                    <a:pt x="1181" y="97"/>
                  </a:cubicBezTo>
                  <a:cubicBezTo>
                    <a:pt x="1067" y="31"/>
                    <a:pt x="942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911861" y="2671993"/>
              <a:ext cx="48443" cy="56230"/>
            </a:xfrm>
            <a:custGeom>
              <a:rect b="b" l="l" r="r" t="t"/>
              <a:pathLst>
                <a:path extrusionOk="0" h="1437" w="1238">
                  <a:moveTo>
                    <a:pt x="819" y="0"/>
                  </a:moveTo>
                  <a:cubicBezTo>
                    <a:pt x="570" y="0"/>
                    <a:pt x="330" y="128"/>
                    <a:pt x="201" y="357"/>
                  </a:cubicBezTo>
                  <a:cubicBezTo>
                    <a:pt x="1" y="699"/>
                    <a:pt x="119" y="1139"/>
                    <a:pt x="461" y="1338"/>
                  </a:cubicBezTo>
                  <a:cubicBezTo>
                    <a:pt x="574" y="1405"/>
                    <a:pt x="698" y="1436"/>
                    <a:pt x="821" y="1436"/>
                  </a:cubicBezTo>
                  <a:cubicBezTo>
                    <a:pt x="970" y="1436"/>
                    <a:pt x="1117" y="1389"/>
                    <a:pt x="1238" y="1302"/>
                  </a:cubicBezTo>
                  <a:cubicBezTo>
                    <a:pt x="941" y="1088"/>
                    <a:pt x="849" y="680"/>
                    <a:pt x="1033" y="357"/>
                  </a:cubicBezTo>
                  <a:cubicBezTo>
                    <a:pt x="1084" y="265"/>
                    <a:pt x="1156" y="189"/>
                    <a:pt x="1238" y="133"/>
                  </a:cubicBezTo>
                  <a:cubicBezTo>
                    <a:pt x="1217" y="123"/>
                    <a:pt x="1202" y="107"/>
                    <a:pt x="1181" y="97"/>
                  </a:cubicBezTo>
                  <a:cubicBezTo>
                    <a:pt x="1067" y="31"/>
                    <a:pt x="942" y="0"/>
                    <a:pt x="819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039816" y="2949386"/>
              <a:ext cx="54978" cy="54821"/>
            </a:xfrm>
            <a:custGeom>
              <a:rect b="b" l="l" r="r" t="t"/>
              <a:pathLst>
                <a:path extrusionOk="0" h="1401" w="1405">
                  <a:moveTo>
                    <a:pt x="705" y="1"/>
                  </a:moveTo>
                  <a:cubicBezTo>
                    <a:pt x="316" y="1"/>
                    <a:pt x="0" y="312"/>
                    <a:pt x="0" y="700"/>
                  </a:cubicBezTo>
                  <a:cubicBezTo>
                    <a:pt x="0" y="1088"/>
                    <a:pt x="316" y="1400"/>
                    <a:pt x="705" y="1400"/>
                  </a:cubicBezTo>
                  <a:cubicBezTo>
                    <a:pt x="1094" y="1400"/>
                    <a:pt x="1405" y="1088"/>
                    <a:pt x="1405" y="700"/>
                  </a:cubicBezTo>
                  <a:cubicBezTo>
                    <a:pt x="1405" y="312"/>
                    <a:pt x="1094" y="1"/>
                    <a:pt x="705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039816" y="2949386"/>
              <a:ext cx="42182" cy="54821"/>
            </a:xfrm>
            <a:custGeom>
              <a:rect b="b" l="l" r="r" t="t"/>
              <a:pathLst>
                <a:path extrusionOk="0" h="1401" w="1078">
                  <a:moveTo>
                    <a:pt x="705" y="1"/>
                  </a:moveTo>
                  <a:cubicBezTo>
                    <a:pt x="316" y="1"/>
                    <a:pt x="0" y="312"/>
                    <a:pt x="0" y="700"/>
                  </a:cubicBezTo>
                  <a:cubicBezTo>
                    <a:pt x="0" y="1088"/>
                    <a:pt x="316" y="1400"/>
                    <a:pt x="705" y="1400"/>
                  </a:cubicBezTo>
                  <a:cubicBezTo>
                    <a:pt x="843" y="1400"/>
                    <a:pt x="971" y="1364"/>
                    <a:pt x="1078" y="1293"/>
                  </a:cubicBezTo>
                  <a:cubicBezTo>
                    <a:pt x="879" y="1170"/>
                    <a:pt x="752" y="951"/>
                    <a:pt x="752" y="700"/>
                  </a:cubicBezTo>
                  <a:cubicBezTo>
                    <a:pt x="752" y="450"/>
                    <a:pt x="879" y="230"/>
                    <a:pt x="1078" y="107"/>
                  </a:cubicBezTo>
                  <a:cubicBezTo>
                    <a:pt x="971" y="36"/>
                    <a:pt x="843" y="1"/>
                    <a:pt x="705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128328" y="2901608"/>
              <a:ext cx="31226" cy="31030"/>
            </a:xfrm>
            <a:custGeom>
              <a:rect b="b" l="l" r="r" t="t"/>
              <a:pathLst>
                <a:path extrusionOk="0" h="793" w="798">
                  <a:moveTo>
                    <a:pt x="399" y="1"/>
                  </a:moveTo>
                  <a:cubicBezTo>
                    <a:pt x="180" y="1"/>
                    <a:pt x="1" y="180"/>
                    <a:pt x="1" y="399"/>
                  </a:cubicBezTo>
                  <a:cubicBezTo>
                    <a:pt x="1" y="618"/>
                    <a:pt x="180" y="793"/>
                    <a:pt x="399" y="793"/>
                  </a:cubicBezTo>
                  <a:cubicBezTo>
                    <a:pt x="619" y="793"/>
                    <a:pt x="798" y="618"/>
                    <a:pt x="798" y="399"/>
                  </a:cubicBezTo>
                  <a:cubicBezTo>
                    <a:pt x="798" y="180"/>
                    <a:pt x="619" y="1"/>
                    <a:pt x="399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3128328" y="2901608"/>
              <a:ext cx="28017" cy="31030"/>
            </a:xfrm>
            <a:custGeom>
              <a:rect b="b" l="l" r="r" t="t"/>
              <a:pathLst>
                <a:path extrusionOk="0" h="793" w="716">
                  <a:moveTo>
                    <a:pt x="399" y="1"/>
                  </a:moveTo>
                  <a:cubicBezTo>
                    <a:pt x="180" y="1"/>
                    <a:pt x="1" y="180"/>
                    <a:pt x="1" y="399"/>
                  </a:cubicBezTo>
                  <a:cubicBezTo>
                    <a:pt x="1" y="618"/>
                    <a:pt x="180" y="793"/>
                    <a:pt x="399" y="793"/>
                  </a:cubicBezTo>
                  <a:cubicBezTo>
                    <a:pt x="527" y="793"/>
                    <a:pt x="640" y="736"/>
                    <a:pt x="716" y="639"/>
                  </a:cubicBezTo>
                  <a:cubicBezTo>
                    <a:pt x="659" y="573"/>
                    <a:pt x="629" y="491"/>
                    <a:pt x="629" y="399"/>
                  </a:cubicBezTo>
                  <a:cubicBezTo>
                    <a:pt x="629" y="302"/>
                    <a:pt x="659" y="220"/>
                    <a:pt x="716" y="154"/>
                  </a:cubicBezTo>
                  <a:cubicBezTo>
                    <a:pt x="640" y="57"/>
                    <a:pt x="527" y="1"/>
                    <a:pt x="399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3022208" y="2815640"/>
              <a:ext cx="62804" cy="62843"/>
            </a:xfrm>
            <a:custGeom>
              <a:rect b="b" l="l" r="r" t="t"/>
              <a:pathLst>
                <a:path extrusionOk="0" h="1606" w="1605">
                  <a:moveTo>
                    <a:pt x="803" y="1"/>
                  </a:moveTo>
                  <a:cubicBezTo>
                    <a:pt x="358" y="1"/>
                    <a:pt x="0" y="364"/>
                    <a:pt x="0" y="804"/>
                  </a:cubicBezTo>
                  <a:cubicBezTo>
                    <a:pt x="0" y="1248"/>
                    <a:pt x="358" y="1606"/>
                    <a:pt x="803" y="1606"/>
                  </a:cubicBezTo>
                  <a:cubicBezTo>
                    <a:pt x="1242" y="1606"/>
                    <a:pt x="1605" y="1248"/>
                    <a:pt x="1605" y="804"/>
                  </a:cubicBezTo>
                  <a:cubicBezTo>
                    <a:pt x="1605" y="364"/>
                    <a:pt x="1242" y="1"/>
                    <a:pt x="803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3022208" y="2815640"/>
              <a:ext cx="46017" cy="62843"/>
            </a:xfrm>
            <a:custGeom>
              <a:rect b="b" l="l" r="r" t="t"/>
              <a:pathLst>
                <a:path extrusionOk="0" h="1606" w="1176">
                  <a:moveTo>
                    <a:pt x="803" y="1"/>
                  </a:moveTo>
                  <a:cubicBezTo>
                    <a:pt x="358" y="1"/>
                    <a:pt x="0" y="364"/>
                    <a:pt x="0" y="804"/>
                  </a:cubicBezTo>
                  <a:cubicBezTo>
                    <a:pt x="0" y="1248"/>
                    <a:pt x="358" y="1606"/>
                    <a:pt x="803" y="1606"/>
                  </a:cubicBezTo>
                  <a:cubicBezTo>
                    <a:pt x="936" y="1606"/>
                    <a:pt x="1063" y="1575"/>
                    <a:pt x="1176" y="1514"/>
                  </a:cubicBezTo>
                  <a:cubicBezTo>
                    <a:pt x="920" y="1380"/>
                    <a:pt x="752" y="1110"/>
                    <a:pt x="752" y="804"/>
                  </a:cubicBezTo>
                  <a:cubicBezTo>
                    <a:pt x="752" y="497"/>
                    <a:pt x="920" y="231"/>
                    <a:pt x="1176" y="99"/>
                  </a:cubicBezTo>
                  <a:cubicBezTo>
                    <a:pt x="1063" y="38"/>
                    <a:pt x="936" y="1"/>
                    <a:pt x="803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2985856" y="2894017"/>
              <a:ext cx="26413" cy="26452"/>
            </a:xfrm>
            <a:custGeom>
              <a:rect b="b" l="l" r="r" t="t"/>
              <a:pathLst>
                <a:path extrusionOk="0" h="676" w="675">
                  <a:moveTo>
                    <a:pt x="337" y="1"/>
                  </a:moveTo>
                  <a:cubicBezTo>
                    <a:pt x="153" y="1"/>
                    <a:pt x="0" y="154"/>
                    <a:pt x="0" y="338"/>
                  </a:cubicBezTo>
                  <a:cubicBezTo>
                    <a:pt x="0" y="527"/>
                    <a:pt x="153" y="675"/>
                    <a:pt x="337" y="675"/>
                  </a:cubicBezTo>
                  <a:cubicBezTo>
                    <a:pt x="526" y="675"/>
                    <a:pt x="674" y="527"/>
                    <a:pt x="674" y="338"/>
                  </a:cubicBezTo>
                  <a:cubicBezTo>
                    <a:pt x="674" y="154"/>
                    <a:pt x="526" y="1"/>
                    <a:pt x="337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3128328" y="2815640"/>
              <a:ext cx="35843" cy="35843"/>
            </a:xfrm>
            <a:custGeom>
              <a:rect b="b" l="l" r="r" t="t"/>
              <a:pathLst>
                <a:path extrusionOk="0" h="916" w="916">
                  <a:moveTo>
                    <a:pt x="461" y="1"/>
                  </a:moveTo>
                  <a:cubicBezTo>
                    <a:pt x="206" y="1"/>
                    <a:pt x="1" y="206"/>
                    <a:pt x="1" y="461"/>
                  </a:cubicBezTo>
                  <a:cubicBezTo>
                    <a:pt x="1" y="712"/>
                    <a:pt x="206" y="915"/>
                    <a:pt x="461" y="915"/>
                  </a:cubicBezTo>
                  <a:cubicBezTo>
                    <a:pt x="711" y="915"/>
                    <a:pt x="915" y="712"/>
                    <a:pt x="915" y="461"/>
                  </a:cubicBezTo>
                  <a:cubicBezTo>
                    <a:pt x="915" y="206"/>
                    <a:pt x="711" y="1"/>
                    <a:pt x="461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3128328" y="2815640"/>
              <a:ext cx="32634" cy="35843"/>
            </a:xfrm>
            <a:custGeom>
              <a:rect b="b" l="l" r="r" t="t"/>
              <a:pathLst>
                <a:path extrusionOk="0" h="916" w="834">
                  <a:moveTo>
                    <a:pt x="461" y="1"/>
                  </a:moveTo>
                  <a:cubicBezTo>
                    <a:pt x="206" y="1"/>
                    <a:pt x="1" y="206"/>
                    <a:pt x="1" y="461"/>
                  </a:cubicBezTo>
                  <a:cubicBezTo>
                    <a:pt x="1" y="712"/>
                    <a:pt x="206" y="915"/>
                    <a:pt x="461" y="915"/>
                  </a:cubicBezTo>
                  <a:cubicBezTo>
                    <a:pt x="614" y="915"/>
                    <a:pt x="751" y="839"/>
                    <a:pt x="833" y="722"/>
                  </a:cubicBezTo>
                  <a:cubicBezTo>
                    <a:pt x="782" y="651"/>
                    <a:pt x="751" y="559"/>
                    <a:pt x="751" y="461"/>
                  </a:cubicBezTo>
                  <a:cubicBezTo>
                    <a:pt x="751" y="364"/>
                    <a:pt x="782" y="272"/>
                    <a:pt x="833" y="201"/>
                  </a:cubicBezTo>
                  <a:cubicBezTo>
                    <a:pt x="751" y="83"/>
                    <a:pt x="614" y="1"/>
                    <a:pt x="461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3138776" y="2958777"/>
              <a:ext cx="23204" cy="21639"/>
            </a:xfrm>
            <a:custGeom>
              <a:rect b="b" l="l" r="r" t="t"/>
              <a:pathLst>
                <a:path extrusionOk="0" h="553" w="593">
                  <a:moveTo>
                    <a:pt x="365" y="0"/>
                  </a:moveTo>
                  <a:cubicBezTo>
                    <a:pt x="312" y="0"/>
                    <a:pt x="260" y="21"/>
                    <a:pt x="219" y="62"/>
                  </a:cubicBezTo>
                  <a:lnTo>
                    <a:pt x="81" y="194"/>
                  </a:lnTo>
                  <a:cubicBezTo>
                    <a:pt x="0" y="277"/>
                    <a:pt x="0" y="409"/>
                    <a:pt x="81" y="491"/>
                  </a:cubicBezTo>
                  <a:cubicBezTo>
                    <a:pt x="123" y="532"/>
                    <a:pt x="173" y="552"/>
                    <a:pt x="229" y="552"/>
                  </a:cubicBezTo>
                  <a:cubicBezTo>
                    <a:pt x="281" y="552"/>
                    <a:pt x="337" y="532"/>
                    <a:pt x="378" y="491"/>
                  </a:cubicBezTo>
                  <a:lnTo>
                    <a:pt x="510" y="353"/>
                  </a:lnTo>
                  <a:cubicBezTo>
                    <a:pt x="592" y="272"/>
                    <a:pt x="592" y="138"/>
                    <a:pt x="510" y="62"/>
                  </a:cubicBezTo>
                  <a:cubicBezTo>
                    <a:pt x="469" y="21"/>
                    <a:pt x="417" y="0"/>
                    <a:pt x="365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3081216" y="2890926"/>
              <a:ext cx="23556" cy="21326"/>
            </a:xfrm>
            <a:custGeom>
              <a:rect b="b" l="l" r="r" t="t"/>
              <a:pathLst>
                <a:path extrusionOk="0" h="545" w="602">
                  <a:moveTo>
                    <a:pt x="231" y="0"/>
                  </a:moveTo>
                  <a:cubicBezTo>
                    <a:pt x="174" y="0"/>
                    <a:pt x="117" y="23"/>
                    <a:pt x="76" y="69"/>
                  </a:cubicBezTo>
                  <a:cubicBezTo>
                    <a:pt x="0" y="151"/>
                    <a:pt x="5" y="283"/>
                    <a:pt x="92" y="361"/>
                  </a:cubicBezTo>
                  <a:lnTo>
                    <a:pt x="234" y="493"/>
                  </a:lnTo>
                  <a:cubicBezTo>
                    <a:pt x="270" y="529"/>
                    <a:pt x="321" y="545"/>
                    <a:pt x="373" y="545"/>
                  </a:cubicBezTo>
                  <a:cubicBezTo>
                    <a:pt x="429" y="545"/>
                    <a:pt x="484" y="524"/>
                    <a:pt x="526" y="478"/>
                  </a:cubicBezTo>
                  <a:cubicBezTo>
                    <a:pt x="602" y="391"/>
                    <a:pt x="597" y="259"/>
                    <a:pt x="510" y="182"/>
                  </a:cubicBezTo>
                  <a:lnTo>
                    <a:pt x="373" y="54"/>
                  </a:lnTo>
                  <a:cubicBezTo>
                    <a:pt x="332" y="18"/>
                    <a:pt x="281" y="0"/>
                    <a:pt x="231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3153137" y="2647811"/>
              <a:ext cx="64369" cy="56191"/>
            </a:xfrm>
            <a:custGeom>
              <a:rect b="b" l="l" r="r" t="t"/>
              <a:pathLst>
                <a:path extrusionOk="0" h="1436" w="1645">
                  <a:moveTo>
                    <a:pt x="821" y="0"/>
                  </a:moveTo>
                  <a:cubicBezTo>
                    <a:pt x="574" y="0"/>
                    <a:pt x="333" y="129"/>
                    <a:pt x="199" y="358"/>
                  </a:cubicBezTo>
                  <a:cubicBezTo>
                    <a:pt x="1" y="700"/>
                    <a:pt x="123" y="1140"/>
                    <a:pt x="465" y="1338"/>
                  </a:cubicBezTo>
                  <a:cubicBezTo>
                    <a:pt x="578" y="1404"/>
                    <a:pt x="702" y="1436"/>
                    <a:pt x="824" y="1436"/>
                  </a:cubicBezTo>
                  <a:cubicBezTo>
                    <a:pt x="1071" y="1436"/>
                    <a:pt x="1312" y="1307"/>
                    <a:pt x="1446" y="1078"/>
                  </a:cubicBezTo>
                  <a:cubicBezTo>
                    <a:pt x="1645" y="735"/>
                    <a:pt x="1527" y="296"/>
                    <a:pt x="1180" y="98"/>
                  </a:cubicBezTo>
                  <a:cubicBezTo>
                    <a:pt x="1067" y="32"/>
                    <a:pt x="943" y="0"/>
                    <a:pt x="8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153137" y="2647811"/>
              <a:ext cx="48599" cy="56230"/>
            </a:xfrm>
            <a:custGeom>
              <a:rect b="b" l="l" r="r" t="t"/>
              <a:pathLst>
                <a:path extrusionOk="0" h="1437" w="1242">
                  <a:moveTo>
                    <a:pt x="821" y="0"/>
                  </a:moveTo>
                  <a:cubicBezTo>
                    <a:pt x="574" y="0"/>
                    <a:pt x="333" y="129"/>
                    <a:pt x="199" y="358"/>
                  </a:cubicBezTo>
                  <a:cubicBezTo>
                    <a:pt x="1" y="700"/>
                    <a:pt x="123" y="1140"/>
                    <a:pt x="465" y="1338"/>
                  </a:cubicBezTo>
                  <a:cubicBezTo>
                    <a:pt x="578" y="1405"/>
                    <a:pt x="701" y="1436"/>
                    <a:pt x="823" y="1436"/>
                  </a:cubicBezTo>
                  <a:cubicBezTo>
                    <a:pt x="971" y="1436"/>
                    <a:pt x="1118" y="1390"/>
                    <a:pt x="1241" y="1303"/>
                  </a:cubicBezTo>
                  <a:cubicBezTo>
                    <a:pt x="940" y="1088"/>
                    <a:pt x="848" y="680"/>
                    <a:pt x="1037" y="358"/>
                  </a:cubicBezTo>
                  <a:cubicBezTo>
                    <a:pt x="1088" y="266"/>
                    <a:pt x="1159" y="190"/>
                    <a:pt x="1241" y="133"/>
                  </a:cubicBezTo>
                  <a:cubicBezTo>
                    <a:pt x="1220" y="117"/>
                    <a:pt x="1201" y="107"/>
                    <a:pt x="1180" y="98"/>
                  </a:cubicBezTo>
                  <a:cubicBezTo>
                    <a:pt x="1067" y="32"/>
                    <a:pt x="943" y="0"/>
                    <a:pt x="821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294826" y="2844596"/>
              <a:ext cx="64173" cy="56269"/>
            </a:xfrm>
            <a:custGeom>
              <a:rect b="b" l="l" r="r" t="t"/>
              <a:pathLst>
                <a:path extrusionOk="0" h="1438" w="1640">
                  <a:moveTo>
                    <a:pt x="825" y="0"/>
                  </a:moveTo>
                  <a:cubicBezTo>
                    <a:pt x="577" y="0"/>
                    <a:pt x="334" y="129"/>
                    <a:pt x="199" y="359"/>
                  </a:cubicBezTo>
                  <a:cubicBezTo>
                    <a:pt x="1" y="701"/>
                    <a:pt x="119" y="1141"/>
                    <a:pt x="461" y="1340"/>
                  </a:cubicBezTo>
                  <a:cubicBezTo>
                    <a:pt x="575" y="1406"/>
                    <a:pt x="699" y="1437"/>
                    <a:pt x="822" y="1437"/>
                  </a:cubicBezTo>
                  <a:cubicBezTo>
                    <a:pt x="1070" y="1437"/>
                    <a:pt x="1311" y="1308"/>
                    <a:pt x="1441" y="1075"/>
                  </a:cubicBezTo>
                  <a:cubicBezTo>
                    <a:pt x="1640" y="732"/>
                    <a:pt x="1522" y="293"/>
                    <a:pt x="1180" y="95"/>
                  </a:cubicBezTo>
                  <a:cubicBezTo>
                    <a:pt x="1068" y="31"/>
                    <a:pt x="946" y="0"/>
                    <a:pt x="8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294826" y="2844479"/>
              <a:ext cx="48404" cy="56269"/>
            </a:xfrm>
            <a:custGeom>
              <a:rect b="b" l="l" r="r" t="t"/>
              <a:pathLst>
                <a:path extrusionOk="0" h="1438" w="1237">
                  <a:moveTo>
                    <a:pt x="822" y="0"/>
                  </a:moveTo>
                  <a:cubicBezTo>
                    <a:pt x="575" y="0"/>
                    <a:pt x="333" y="130"/>
                    <a:pt x="199" y="362"/>
                  </a:cubicBezTo>
                  <a:cubicBezTo>
                    <a:pt x="1" y="704"/>
                    <a:pt x="119" y="1144"/>
                    <a:pt x="461" y="1343"/>
                  </a:cubicBezTo>
                  <a:cubicBezTo>
                    <a:pt x="574" y="1407"/>
                    <a:pt x="697" y="1437"/>
                    <a:pt x="818" y="1437"/>
                  </a:cubicBezTo>
                  <a:cubicBezTo>
                    <a:pt x="968" y="1437"/>
                    <a:pt x="1115" y="1390"/>
                    <a:pt x="1236" y="1302"/>
                  </a:cubicBezTo>
                  <a:cubicBezTo>
                    <a:pt x="940" y="1093"/>
                    <a:pt x="848" y="685"/>
                    <a:pt x="1032" y="362"/>
                  </a:cubicBezTo>
                  <a:cubicBezTo>
                    <a:pt x="1088" y="270"/>
                    <a:pt x="1160" y="194"/>
                    <a:pt x="1236" y="138"/>
                  </a:cubicBezTo>
                  <a:cubicBezTo>
                    <a:pt x="1222" y="122"/>
                    <a:pt x="1201" y="112"/>
                    <a:pt x="1180" y="98"/>
                  </a:cubicBezTo>
                  <a:cubicBezTo>
                    <a:pt x="1067" y="32"/>
                    <a:pt x="944" y="0"/>
                    <a:pt x="822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195123" y="3065915"/>
              <a:ext cx="64173" cy="56191"/>
            </a:xfrm>
            <a:custGeom>
              <a:rect b="b" l="l" r="r" t="t"/>
              <a:pathLst>
                <a:path extrusionOk="0" h="1436" w="1640">
                  <a:moveTo>
                    <a:pt x="822" y="0"/>
                  </a:moveTo>
                  <a:cubicBezTo>
                    <a:pt x="574" y="0"/>
                    <a:pt x="333" y="129"/>
                    <a:pt x="199" y="358"/>
                  </a:cubicBezTo>
                  <a:cubicBezTo>
                    <a:pt x="0" y="700"/>
                    <a:pt x="117" y="1139"/>
                    <a:pt x="460" y="1339"/>
                  </a:cubicBezTo>
                  <a:cubicBezTo>
                    <a:pt x="574" y="1404"/>
                    <a:pt x="699" y="1435"/>
                    <a:pt x="821" y="1435"/>
                  </a:cubicBezTo>
                  <a:cubicBezTo>
                    <a:pt x="1070" y="1435"/>
                    <a:pt x="1310" y="1307"/>
                    <a:pt x="1441" y="1078"/>
                  </a:cubicBezTo>
                  <a:cubicBezTo>
                    <a:pt x="1639" y="731"/>
                    <a:pt x="1522" y="292"/>
                    <a:pt x="1180" y="97"/>
                  </a:cubicBezTo>
                  <a:cubicBezTo>
                    <a:pt x="1067" y="31"/>
                    <a:pt x="944" y="0"/>
                    <a:pt x="8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195123" y="3065915"/>
              <a:ext cx="48365" cy="56152"/>
            </a:xfrm>
            <a:custGeom>
              <a:rect b="b" l="l" r="r" t="t"/>
              <a:pathLst>
                <a:path extrusionOk="0" h="1435" w="1236">
                  <a:moveTo>
                    <a:pt x="822" y="0"/>
                  </a:moveTo>
                  <a:cubicBezTo>
                    <a:pt x="574" y="0"/>
                    <a:pt x="333" y="129"/>
                    <a:pt x="199" y="358"/>
                  </a:cubicBezTo>
                  <a:cubicBezTo>
                    <a:pt x="0" y="700"/>
                    <a:pt x="117" y="1139"/>
                    <a:pt x="460" y="1339"/>
                  </a:cubicBezTo>
                  <a:cubicBezTo>
                    <a:pt x="576" y="1403"/>
                    <a:pt x="701" y="1434"/>
                    <a:pt x="824" y="1434"/>
                  </a:cubicBezTo>
                  <a:cubicBezTo>
                    <a:pt x="972" y="1434"/>
                    <a:pt x="1116" y="1389"/>
                    <a:pt x="1236" y="1303"/>
                  </a:cubicBezTo>
                  <a:cubicBezTo>
                    <a:pt x="939" y="1089"/>
                    <a:pt x="847" y="679"/>
                    <a:pt x="1031" y="358"/>
                  </a:cubicBezTo>
                  <a:cubicBezTo>
                    <a:pt x="1088" y="266"/>
                    <a:pt x="1159" y="189"/>
                    <a:pt x="1236" y="132"/>
                  </a:cubicBezTo>
                  <a:cubicBezTo>
                    <a:pt x="1220" y="118"/>
                    <a:pt x="1200" y="108"/>
                    <a:pt x="1180" y="97"/>
                  </a:cubicBezTo>
                  <a:cubicBezTo>
                    <a:pt x="1067" y="31"/>
                    <a:pt x="944" y="0"/>
                    <a:pt x="822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2953652" y="3090098"/>
              <a:ext cx="64408" cy="56191"/>
            </a:xfrm>
            <a:custGeom>
              <a:rect b="b" l="l" r="r" t="t"/>
              <a:pathLst>
                <a:path extrusionOk="0" h="1436" w="1646">
                  <a:moveTo>
                    <a:pt x="823" y="0"/>
                  </a:moveTo>
                  <a:cubicBezTo>
                    <a:pt x="575" y="0"/>
                    <a:pt x="333" y="129"/>
                    <a:pt x="200" y="358"/>
                  </a:cubicBezTo>
                  <a:cubicBezTo>
                    <a:pt x="1" y="700"/>
                    <a:pt x="118" y="1139"/>
                    <a:pt x="465" y="1338"/>
                  </a:cubicBezTo>
                  <a:cubicBezTo>
                    <a:pt x="579" y="1404"/>
                    <a:pt x="702" y="1435"/>
                    <a:pt x="825" y="1435"/>
                  </a:cubicBezTo>
                  <a:cubicBezTo>
                    <a:pt x="1072" y="1435"/>
                    <a:pt x="1313" y="1307"/>
                    <a:pt x="1446" y="1077"/>
                  </a:cubicBezTo>
                  <a:cubicBezTo>
                    <a:pt x="1646" y="730"/>
                    <a:pt x="1523" y="292"/>
                    <a:pt x="1181" y="97"/>
                  </a:cubicBezTo>
                  <a:cubicBezTo>
                    <a:pt x="1068" y="31"/>
                    <a:pt x="945" y="0"/>
                    <a:pt x="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2953652" y="3090098"/>
              <a:ext cx="48639" cy="56152"/>
            </a:xfrm>
            <a:custGeom>
              <a:rect b="b" l="l" r="r" t="t"/>
              <a:pathLst>
                <a:path extrusionOk="0" h="1435" w="1243">
                  <a:moveTo>
                    <a:pt x="823" y="0"/>
                  </a:moveTo>
                  <a:cubicBezTo>
                    <a:pt x="575" y="0"/>
                    <a:pt x="333" y="129"/>
                    <a:pt x="200" y="358"/>
                  </a:cubicBezTo>
                  <a:cubicBezTo>
                    <a:pt x="1" y="700"/>
                    <a:pt x="118" y="1139"/>
                    <a:pt x="465" y="1338"/>
                  </a:cubicBezTo>
                  <a:cubicBezTo>
                    <a:pt x="579" y="1404"/>
                    <a:pt x="703" y="1435"/>
                    <a:pt x="826" y="1435"/>
                  </a:cubicBezTo>
                  <a:cubicBezTo>
                    <a:pt x="973" y="1435"/>
                    <a:pt x="1119" y="1389"/>
                    <a:pt x="1242" y="1303"/>
                  </a:cubicBezTo>
                  <a:cubicBezTo>
                    <a:pt x="941" y="1088"/>
                    <a:pt x="849" y="679"/>
                    <a:pt x="1038" y="358"/>
                  </a:cubicBezTo>
                  <a:cubicBezTo>
                    <a:pt x="1089" y="266"/>
                    <a:pt x="1160" y="189"/>
                    <a:pt x="1242" y="133"/>
                  </a:cubicBezTo>
                  <a:cubicBezTo>
                    <a:pt x="1221" y="118"/>
                    <a:pt x="1201" y="108"/>
                    <a:pt x="1181" y="97"/>
                  </a:cubicBezTo>
                  <a:cubicBezTo>
                    <a:pt x="1068" y="31"/>
                    <a:pt x="945" y="0"/>
                    <a:pt x="823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2812158" y="2893039"/>
              <a:ext cx="64212" cy="56230"/>
            </a:xfrm>
            <a:custGeom>
              <a:rect b="b" l="l" r="r" t="t"/>
              <a:pathLst>
                <a:path extrusionOk="0" h="1437" w="1641">
                  <a:moveTo>
                    <a:pt x="819" y="0"/>
                  </a:moveTo>
                  <a:cubicBezTo>
                    <a:pt x="570" y="0"/>
                    <a:pt x="330" y="130"/>
                    <a:pt x="200" y="363"/>
                  </a:cubicBezTo>
                  <a:cubicBezTo>
                    <a:pt x="0" y="705"/>
                    <a:pt x="118" y="1144"/>
                    <a:pt x="460" y="1344"/>
                  </a:cubicBezTo>
                  <a:cubicBezTo>
                    <a:pt x="571" y="1407"/>
                    <a:pt x="693" y="1437"/>
                    <a:pt x="814" y="1437"/>
                  </a:cubicBezTo>
                  <a:cubicBezTo>
                    <a:pt x="1063" y="1437"/>
                    <a:pt x="1307" y="1308"/>
                    <a:pt x="1441" y="1078"/>
                  </a:cubicBezTo>
                  <a:cubicBezTo>
                    <a:pt x="1641" y="736"/>
                    <a:pt x="1523" y="297"/>
                    <a:pt x="1181" y="97"/>
                  </a:cubicBezTo>
                  <a:cubicBezTo>
                    <a:pt x="1066" y="32"/>
                    <a:pt x="942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2812158" y="2893039"/>
              <a:ext cx="48443" cy="56269"/>
            </a:xfrm>
            <a:custGeom>
              <a:rect b="b" l="l" r="r" t="t"/>
              <a:pathLst>
                <a:path extrusionOk="0" h="1438" w="1238">
                  <a:moveTo>
                    <a:pt x="819" y="0"/>
                  </a:moveTo>
                  <a:cubicBezTo>
                    <a:pt x="570" y="0"/>
                    <a:pt x="330" y="130"/>
                    <a:pt x="200" y="363"/>
                  </a:cubicBezTo>
                  <a:cubicBezTo>
                    <a:pt x="0" y="705"/>
                    <a:pt x="118" y="1144"/>
                    <a:pt x="460" y="1344"/>
                  </a:cubicBezTo>
                  <a:cubicBezTo>
                    <a:pt x="571" y="1407"/>
                    <a:pt x="694" y="1437"/>
                    <a:pt x="815" y="1437"/>
                  </a:cubicBezTo>
                  <a:cubicBezTo>
                    <a:pt x="966" y="1437"/>
                    <a:pt x="1115" y="1390"/>
                    <a:pt x="1237" y="1302"/>
                  </a:cubicBezTo>
                  <a:cubicBezTo>
                    <a:pt x="941" y="1094"/>
                    <a:pt x="844" y="684"/>
                    <a:pt x="1032" y="363"/>
                  </a:cubicBezTo>
                  <a:cubicBezTo>
                    <a:pt x="1084" y="271"/>
                    <a:pt x="1155" y="194"/>
                    <a:pt x="1237" y="137"/>
                  </a:cubicBezTo>
                  <a:cubicBezTo>
                    <a:pt x="1216" y="123"/>
                    <a:pt x="1200" y="107"/>
                    <a:pt x="1181" y="97"/>
                  </a:cubicBezTo>
                  <a:cubicBezTo>
                    <a:pt x="1066" y="32"/>
                    <a:pt x="942" y="0"/>
                    <a:pt x="819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86" name="Google Shape;1586;p19"/>
          <p:cNvCxnSpPr>
            <a:stCxn id="1452" idx="4"/>
            <a:endCxn id="1453" idx="0"/>
          </p:cNvCxnSpPr>
          <p:nvPr/>
        </p:nvCxnSpPr>
        <p:spPr>
          <a:xfrm flipH="1" rot="-5400000">
            <a:off x="8781100" y="1840200"/>
            <a:ext cx="5994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7" name="Google Shape;1587;p19"/>
          <p:cNvCxnSpPr>
            <a:stCxn id="1453" idx="4"/>
            <a:endCxn id="1454" idx="0"/>
          </p:cNvCxnSpPr>
          <p:nvPr/>
        </p:nvCxnSpPr>
        <p:spPr>
          <a:xfrm flipH="1" rot="-5400000">
            <a:off x="8781100" y="3080731"/>
            <a:ext cx="5994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8" name="Google Shape;1588;p19"/>
          <p:cNvCxnSpPr>
            <a:stCxn id="1454" idx="4"/>
            <a:endCxn id="1455" idx="0"/>
          </p:cNvCxnSpPr>
          <p:nvPr/>
        </p:nvCxnSpPr>
        <p:spPr>
          <a:xfrm flipH="1" rot="-5400000">
            <a:off x="8781100" y="4321263"/>
            <a:ext cx="5994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9" name="Google Shape;1589;p19"/>
          <p:cNvCxnSpPr>
            <a:stCxn id="1455" idx="4"/>
            <a:endCxn id="1456" idx="0"/>
          </p:cNvCxnSpPr>
          <p:nvPr/>
        </p:nvCxnSpPr>
        <p:spPr>
          <a:xfrm flipH="1" rot="-5400000">
            <a:off x="8781100" y="5561794"/>
            <a:ext cx="5994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19"/>
          <p:cNvSpPr txBox="1"/>
          <p:nvPr>
            <p:ph idx="1" type="body"/>
          </p:nvPr>
        </p:nvSpPr>
        <p:spPr>
          <a:xfrm>
            <a:off x="6558850" y="1148550"/>
            <a:ext cx="22011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Metastatic castration resistant prostate cancer (mCRPC)</a:t>
            </a:r>
            <a:endParaRPr sz="1400"/>
          </a:p>
        </p:txBody>
      </p:sp>
      <p:sp>
        <p:nvSpPr>
          <p:cNvPr id="1591" name="Google Shape;1591;p19"/>
          <p:cNvSpPr txBox="1"/>
          <p:nvPr>
            <p:ph type="title"/>
          </p:nvPr>
        </p:nvSpPr>
        <p:spPr>
          <a:xfrm>
            <a:off x="7439200" y="934650"/>
            <a:ext cx="1301400" cy="2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May 2015</a:t>
            </a:r>
            <a:endParaRPr sz="1800"/>
          </a:p>
        </p:txBody>
      </p:sp>
      <p:sp>
        <p:nvSpPr>
          <p:cNvPr id="1592" name="Google Shape;1592;p19"/>
          <p:cNvSpPr txBox="1"/>
          <p:nvPr>
            <p:ph idx="1" type="body"/>
          </p:nvPr>
        </p:nvSpPr>
        <p:spPr>
          <a:xfrm>
            <a:off x="6558850" y="2389088"/>
            <a:ext cx="22011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Groundwork for National Cancer Institute’s Genomic Data Commons </a:t>
            </a:r>
            <a:endParaRPr sz="1400"/>
          </a:p>
        </p:txBody>
      </p:sp>
      <p:sp>
        <p:nvSpPr>
          <p:cNvPr id="1593" name="Google Shape;1593;p19"/>
          <p:cNvSpPr txBox="1"/>
          <p:nvPr>
            <p:ph type="title"/>
          </p:nvPr>
        </p:nvSpPr>
        <p:spPr>
          <a:xfrm>
            <a:off x="6944200" y="2175200"/>
            <a:ext cx="1796400" cy="2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June 2015</a:t>
            </a:r>
            <a:endParaRPr sz="1800"/>
          </a:p>
        </p:txBody>
      </p:sp>
      <p:sp>
        <p:nvSpPr>
          <p:cNvPr id="1594" name="Google Shape;1594;p19"/>
          <p:cNvSpPr txBox="1"/>
          <p:nvPr>
            <p:ph idx="1" type="body"/>
          </p:nvPr>
        </p:nvSpPr>
        <p:spPr>
          <a:xfrm>
            <a:off x="6558850" y="3629625"/>
            <a:ext cx="22011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GDC had analyzed nearly  50,000 raw data sequences</a:t>
            </a:r>
            <a:endParaRPr sz="1400"/>
          </a:p>
        </p:txBody>
      </p:sp>
      <p:sp>
        <p:nvSpPr>
          <p:cNvPr id="1595" name="Google Shape;1595;p19"/>
          <p:cNvSpPr txBox="1"/>
          <p:nvPr>
            <p:ph type="title"/>
          </p:nvPr>
        </p:nvSpPr>
        <p:spPr>
          <a:xfrm>
            <a:off x="6801275" y="3415725"/>
            <a:ext cx="1939200" cy="2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June 2016</a:t>
            </a:r>
            <a:endParaRPr sz="1800"/>
          </a:p>
        </p:txBody>
      </p:sp>
      <p:sp>
        <p:nvSpPr>
          <p:cNvPr id="1596" name="Google Shape;1596;p19"/>
          <p:cNvSpPr txBox="1"/>
          <p:nvPr>
            <p:ph idx="1" type="body"/>
          </p:nvPr>
        </p:nvSpPr>
        <p:spPr>
          <a:xfrm>
            <a:off x="6040025" y="4870175"/>
            <a:ext cx="27198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map/transform raw data to optimize downstream analysis of the prostate cancer cohorts </a:t>
            </a:r>
            <a:endParaRPr sz="1400"/>
          </a:p>
        </p:txBody>
      </p:sp>
      <p:sp>
        <p:nvSpPr>
          <p:cNvPr id="1597" name="Google Shape;1597;p19"/>
          <p:cNvSpPr txBox="1"/>
          <p:nvPr>
            <p:ph type="title"/>
          </p:nvPr>
        </p:nvSpPr>
        <p:spPr>
          <a:xfrm>
            <a:off x="6801400" y="4656275"/>
            <a:ext cx="1939200" cy="2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GOAL</a:t>
            </a:r>
            <a:endParaRPr sz="1800"/>
          </a:p>
        </p:txBody>
      </p:sp>
      <p:sp>
        <p:nvSpPr>
          <p:cNvPr id="1598" name="Google Shape;1598;p19"/>
          <p:cNvSpPr txBox="1"/>
          <p:nvPr>
            <p:ph idx="1" type="body"/>
          </p:nvPr>
        </p:nvSpPr>
        <p:spPr>
          <a:xfrm>
            <a:off x="6429400" y="6110700"/>
            <a:ext cx="23304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Excel, SQL and R to analyze 3 datasets</a:t>
            </a:r>
            <a:endParaRPr sz="1400"/>
          </a:p>
        </p:txBody>
      </p:sp>
      <p:sp>
        <p:nvSpPr>
          <p:cNvPr id="1599" name="Google Shape;1599;p19"/>
          <p:cNvSpPr txBox="1"/>
          <p:nvPr>
            <p:ph type="title"/>
          </p:nvPr>
        </p:nvSpPr>
        <p:spPr>
          <a:xfrm>
            <a:off x="6410200" y="5896800"/>
            <a:ext cx="2330400" cy="2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Programs &amp; Data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20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 #1: mCRPC </a:t>
            </a:r>
            <a:endParaRPr/>
          </a:p>
        </p:txBody>
      </p:sp>
      <p:sp>
        <p:nvSpPr>
          <p:cNvPr id="1605" name="Google Shape;1605;p20"/>
          <p:cNvSpPr txBox="1"/>
          <p:nvPr/>
        </p:nvSpPr>
        <p:spPr>
          <a:xfrm>
            <a:off x="890900" y="2142150"/>
            <a:ext cx="16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6" name="Google Shape;1606;p20"/>
          <p:cNvPicPr preferRelativeResize="0"/>
          <p:nvPr/>
        </p:nvPicPr>
        <p:blipFill rotWithShape="1">
          <a:blip r:embed="rId3">
            <a:alphaModFix/>
          </a:blip>
          <a:srcRect b="0" l="0" r="3072" t="0"/>
          <a:stretch/>
        </p:blipFill>
        <p:spPr>
          <a:xfrm>
            <a:off x="284525" y="2142150"/>
            <a:ext cx="4909824" cy="3879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176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1607" name="Google Shape;1607;p20"/>
          <p:cNvGraphicFramePr/>
          <p:nvPr/>
        </p:nvGraphicFramePr>
        <p:xfrm>
          <a:off x="5399763" y="122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{F15BD7C4-7DB7-4BC6-8EB6-D74EDC14B3A8}</a:tableStyleId>
              </a:tblPr>
              <a:tblGrid>
                <a:gridCol w="1595225"/>
                <a:gridCol w="3357100"/>
              </a:tblGrid>
              <a:tr h="40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 </a:t>
                      </a:r>
                      <a:endParaRPr b="1" sz="10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F8195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Patient ID 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unique patient identifier (number)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B7C5"/>
                    </a:solidFill>
                  </a:tcPr>
                </a:tc>
              </a:tr>
              <a:tr h="32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Sample ID 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unique biopsy sample identifier from clinical trial(number)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39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Mutation Count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mutation rate for mCRPC defined as mutations per megabase or mutations/Mb (number)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39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Fraction Genome Altered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fraction of mutant allele variants in biopsy (number)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39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Diagnosis Age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patient's age when they were diagnosed (number)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Tumor Site 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physical site of tumor on human body from which biopsy was taken (string)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ABI &amp; ENZA Exposure Status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exposure to  second-generation androgen deprivation therapies (binary: yes/no)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Center of Sequencing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international academic medical center where exome sequencing occurred (string)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Prior Treatment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receipt of previous androgen deprivation therapy (binary:yes/no)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Site Sequenced 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site of exome sequencing: Broad or UM (string)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Tumor Content </a:t>
                      </a:r>
                      <a:endParaRPr b="1" sz="10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percentage of tumor captured in the biopsy (number)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BCC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21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 #2: NCI’s GDC </a:t>
            </a:r>
            <a:endParaRPr/>
          </a:p>
        </p:txBody>
      </p:sp>
      <p:pic>
        <p:nvPicPr>
          <p:cNvPr id="1613" name="Google Shape;16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13" y="1192150"/>
            <a:ext cx="10142376" cy="473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Google Shape;16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125" y="152400"/>
            <a:ext cx="4296184" cy="7255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22"/>
          <p:cNvSpPr txBox="1"/>
          <p:nvPr>
            <p:ph idx="4294967295" type="ctrTitle"/>
          </p:nvPr>
        </p:nvSpPr>
        <p:spPr>
          <a:xfrm>
            <a:off x="357675" y="2873125"/>
            <a:ext cx="42963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Pipeline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23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 of Dataset #1 </a:t>
            </a:r>
            <a:endParaRPr/>
          </a:p>
        </p:txBody>
      </p:sp>
      <p:sp>
        <p:nvSpPr>
          <p:cNvPr id="1625" name="Google Shape;1625;p23"/>
          <p:cNvSpPr txBox="1"/>
          <p:nvPr/>
        </p:nvSpPr>
        <p:spPr>
          <a:xfrm>
            <a:off x="616050" y="4189175"/>
            <a:ext cx="9459900" cy="277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3"/>
                </a:highlight>
                <a:latin typeface="Montserrat"/>
                <a:ea typeface="Montserrat"/>
                <a:cs typeface="Montserrat"/>
                <a:sym typeface="Montserrat"/>
              </a:rPr>
              <a:t>CUSTOM FUNCTION</a:t>
            </a:r>
            <a:r>
              <a:rPr lang="en">
                <a:solidFill>
                  <a:schemeClr val="accent3"/>
                </a:solidFill>
                <a:highlight>
                  <a:schemeClr val="accent3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chemeClr val="accent3"/>
              </a:solidFill>
              <a:highlight>
                <a:schemeClr val="accent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find_nonuniq &lt;- </a:t>
            </a:r>
            <a:r>
              <a:rPr b="1" lang="en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(dataset){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cols_nonunique &lt;- c()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b="1" lang="en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(i </a:t>
            </a:r>
            <a:r>
              <a:rPr b="1" lang="en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:ncol(dataset)){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if(length(unique(dataset[,i])) &lt;= </a:t>
            </a:r>
            <a:r>
              <a:rPr b="1" lang="en">
                <a:solidFill>
                  <a:srgbClr val="D66C68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){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cols_nonunique[length(cols_nonunique) + </a:t>
            </a:r>
            <a:r>
              <a:rPr b="1" lang="en">
                <a:solidFill>
                  <a:srgbClr val="D66C68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 &lt;- i #append the vector with the new columns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}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}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print(cols_nonunique) #print the vector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}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cols_nonunique &lt;- find_nonuniq(complete_dat)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6" name="Google Shape;16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00" y="2034625"/>
            <a:ext cx="10387199" cy="107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24"/>
          <p:cNvSpPr txBox="1"/>
          <p:nvPr>
            <p:ph type="title"/>
          </p:nvPr>
        </p:nvSpPr>
        <p:spPr>
          <a:xfrm>
            <a:off x="2981100" y="1562920"/>
            <a:ext cx="4729800" cy="95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1.1</a:t>
            </a:r>
            <a:endParaRPr/>
          </a:p>
        </p:txBody>
      </p:sp>
      <p:sp>
        <p:nvSpPr>
          <p:cNvPr id="1632" name="Google Shape;1632;p24"/>
          <p:cNvSpPr txBox="1"/>
          <p:nvPr>
            <p:ph idx="1" type="subTitle"/>
          </p:nvPr>
        </p:nvSpPr>
        <p:spPr>
          <a:xfrm>
            <a:off x="2293150" y="2429850"/>
            <a:ext cx="57657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Classify severity of cancer by site</a:t>
            </a:r>
            <a:endParaRPr b="1"/>
          </a:p>
        </p:txBody>
      </p:sp>
      <p:sp>
        <p:nvSpPr>
          <p:cNvPr id="1633" name="Google Shape;1633;p24"/>
          <p:cNvSpPr txBox="1"/>
          <p:nvPr>
            <p:ph idx="2" type="body"/>
          </p:nvPr>
        </p:nvSpPr>
        <p:spPr>
          <a:xfrm>
            <a:off x="1711625" y="2883600"/>
            <a:ext cx="7593300" cy="122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Using data on sequencing sites and tumor content from cBio Dataset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" name="Google Shape;1638;p25"/>
          <p:cNvGrpSpPr/>
          <p:nvPr/>
        </p:nvGrpSpPr>
        <p:grpSpPr>
          <a:xfrm>
            <a:off x="2296575" y="791050"/>
            <a:ext cx="5979775" cy="4609200"/>
            <a:chOff x="2296575" y="1019650"/>
            <a:chExt cx="5979775" cy="4609200"/>
          </a:xfrm>
        </p:grpSpPr>
        <p:sp>
          <p:nvSpPr>
            <p:cNvPr id="1639" name="Google Shape;1639;p25"/>
            <p:cNvSpPr txBox="1"/>
            <p:nvPr/>
          </p:nvSpPr>
          <p:spPr>
            <a:xfrm>
              <a:off x="2296575" y="1019650"/>
              <a:ext cx="27438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5458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Sequencing Centers</a:t>
              </a:r>
              <a:endParaRPr sz="2400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640" name="Google Shape;1640;p25"/>
            <p:cNvGrpSpPr/>
            <p:nvPr/>
          </p:nvGrpSpPr>
          <p:grpSpPr>
            <a:xfrm>
              <a:off x="2373325" y="1466650"/>
              <a:ext cx="5782390" cy="4162200"/>
              <a:chOff x="315925" y="857050"/>
              <a:chExt cx="5782390" cy="4162200"/>
            </a:xfrm>
          </p:grpSpPr>
          <p:grpSp>
            <p:nvGrpSpPr>
              <p:cNvPr id="1641" name="Google Shape;1641;p25"/>
              <p:cNvGrpSpPr/>
              <p:nvPr/>
            </p:nvGrpSpPr>
            <p:grpSpPr>
              <a:xfrm>
                <a:off x="315925" y="857050"/>
                <a:ext cx="5782390" cy="4162200"/>
                <a:chOff x="315925" y="857050"/>
                <a:chExt cx="5782390" cy="4162200"/>
              </a:xfrm>
            </p:grpSpPr>
            <p:sp>
              <p:nvSpPr>
                <p:cNvPr id="1642" name="Google Shape;1642;p25"/>
                <p:cNvSpPr/>
                <p:nvPr/>
              </p:nvSpPr>
              <p:spPr>
                <a:xfrm>
                  <a:off x="315925" y="857050"/>
                  <a:ext cx="2627400" cy="41619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05458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Dana-Farber Cancer Institute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(DFCI)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Barbara Ann Karmanos Cancer Institute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Memorial Sloan Kettering Cancer Center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(MSKCC)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University of Michigan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University of Washington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Institute of Cancer Research and The Royal Marsden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rgbClr val="054586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(RM-ICR)</a:t>
                  </a:r>
                  <a:endParaRPr sz="12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000">
                    <a:solidFill>
                      <a:srgbClr val="054586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grpSp>
              <p:nvGrpSpPr>
                <p:cNvPr id="1643" name="Google Shape;1643;p25"/>
                <p:cNvGrpSpPr/>
                <p:nvPr/>
              </p:nvGrpSpPr>
              <p:grpSpPr>
                <a:xfrm>
                  <a:off x="3056823" y="857052"/>
                  <a:ext cx="3041493" cy="4162197"/>
                  <a:chOff x="4054414" y="64572"/>
                  <a:chExt cx="5898938" cy="7419247"/>
                </a:xfrm>
              </p:grpSpPr>
              <p:grpSp>
                <p:nvGrpSpPr>
                  <p:cNvPr id="1644" name="Google Shape;1644;p25"/>
                  <p:cNvGrpSpPr/>
                  <p:nvPr/>
                </p:nvGrpSpPr>
                <p:grpSpPr>
                  <a:xfrm>
                    <a:off x="4901703" y="64572"/>
                    <a:ext cx="5051263" cy="1730794"/>
                    <a:chOff x="4519625" y="2327250"/>
                    <a:chExt cx="5333400" cy="1839900"/>
                  </a:xfrm>
                </p:grpSpPr>
                <p:sp>
                  <p:nvSpPr>
                    <p:cNvPr id="1645" name="Google Shape;1645;p25"/>
                    <p:cNvSpPr/>
                    <p:nvPr/>
                  </p:nvSpPr>
                  <p:spPr>
                    <a:xfrm>
                      <a:off x="4519625" y="2327250"/>
                      <a:ext cx="5333400" cy="1839900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 cap="flat" cmpd="sng" w="9525">
                      <a:solidFill>
                        <a:srgbClr val="054586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Midwest</a:t>
                      </a:r>
                      <a:endParaRPr b="1" sz="1600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p:txBody>
                </p:sp>
                <p:pic>
                  <p:nvPicPr>
                    <p:cNvPr id="1646" name="Google Shape;1646;p25"/>
                    <p:cNvPicPr preferRelativeResize="0"/>
                    <p:nvPr/>
                  </p:nvPicPr>
                  <p:blipFill>
                    <a:blip r:embed="rId3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8375795" y="2972698"/>
                      <a:ext cx="999724" cy="10614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647" name="Google Shape;1647;p25"/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 b="26174" l="0" r="0" t="29923"/>
                    <a:stretch/>
                  </p:blipFill>
                  <p:spPr>
                    <a:xfrm>
                      <a:off x="5023303" y="2980554"/>
                      <a:ext cx="2417796" cy="10614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1648" name="Google Shape;1648;p25"/>
                  <p:cNvGrpSpPr/>
                  <p:nvPr/>
                </p:nvGrpSpPr>
                <p:grpSpPr>
                  <a:xfrm>
                    <a:off x="4902090" y="1905460"/>
                    <a:ext cx="5051263" cy="1730794"/>
                    <a:chOff x="4622200" y="4652750"/>
                    <a:chExt cx="5333400" cy="1839900"/>
                  </a:xfrm>
                </p:grpSpPr>
                <p:sp>
                  <p:nvSpPr>
                    <p:cNvPr id="1649" name="Google Shape;1649;p25"/>
                    <p:cNvSpPr/>
                    <p:nvPr/>
                  </p:nvSpPr>
                  <p:spPr>
                    <a:xfrm>
                      <a:off x="4622200" y="4652750"/>
                      <a:ext cx="5333400" cy="1839900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 cap="flat" cmpd="sng" w="9525">
                      <a:solidFill>
                        <a:srgbClr val="054586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East Coast</a:t>
                      </a:r>
                      <a:endParaRPr b="1" sz="1600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pic>
                  <p:nvPicPr>
                    <p:cNvPr id="1650" name="Google Shape;1650;p25"/>
                    <p:cNvPicPr preferRelativeResize="0"/>
                    <p:nvPr/>
                  </p:nvPicPr>
                  <p:blipFill>
                    <a:blip r:embed="rId5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7787955" y="5331995"/>
                      <a:ext cx="1491535" cy="10614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651" name="Google Shape;1651;p25"/>
                    <p:cNvPicPr preferRelativeResize="0"/>
                    <p:nvPr/>
                  </p:nvPicPr>
                  <p:blipFill>
                    <a:blip r:embed="rId6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4930500" y="5448938"/>
                      <a:ext cx="2506301" cy="6166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1652" name="Google Shape;1652;p25"/>
                  <p:cNvGrpSpPr/>
                  <p:nvPr/>
                </p:nvGrpSpPr>
                <p:grpSpPr>
                  <a:xfrm>
                    <a:off x="4901914" y="3746929"/>
                    <a:ext cx="5051263" cy="1820765"/>
                    <a:chOff x="4818725" y="3899350"/>
                    <a:chExt cx="5333400" cy="1839900"/>
                  </a:xfrm>
                </p:grpSpPr>
                <p:sp>
                  <p:nvSpPr>
                    <p:cNvPr id="1653" name="Google Shape;1653;p25"/>
                    <p:cNvSpPr/>
                    <p:nvPr/>
                  </p:nvSpPr>
                  <p:spPr>
                    <a:xfrm>
                      <a:off x="4818725" y="3899350"/>
                      <a:ext cx="5333400" cy="1839900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 cap="flat" cmpd="sng" w="9525">
                      <a:solidFill>
                        <a:srgbClr val="054586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West</a:t>
                      </a:r>
                      <a:r>
                        <a:rPr b="1" lang="en" sz="1600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Coast</a:t>
                      </a:r>
                      <a:endParaRPr b="1" sz="1600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pic>
                  <p:nvPicPr>
                    <p:cNvPr id="1654" name="Google Shape;1654;p25"/>
                    <p:cNvPicPr preferRelativeResize="0"/>
                    <p:nvPr/>
                  </p:nvPicPr>
                  <p:blipFill>
                    <a:blip r:embed="rId7">
                      <a:alphaModFix/>
                    </a:blip>
                    <a:stretch>
                      <a:fillRect/>
                    </a:stretch>
                  </p:blipFill>
                  <p:spPr>
                    <a:xfrm>
                      <a:off x="6311645" y="4649974"/>
                      <a:ext cx="2050942" cy="100897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sp>
                <p:nvSpPr>
                  <p:cNvPr id="1655" name="Google Shape;1655;p25"/>
                  <p:cNvSpPr/>
                  <p:nvPr/>
                </p:nvSpPr>
                <p:spPr>
                  <a:xfrm>
                    <a:off x="4901914" y="5663054"/>
                    <a:ext cx="5051263" cy="1820765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9525">
                    <a:solidFill>
                      <a:srgbClr val="05458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600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rPr>
                      <a:t>International</a:t>
                    </a:r>
                    <a:endParaRPr b="1" sz="1600">
                      <a:solidFill>
                        <a:schemeClr val="accent1"/>
                      </a:solidFill>
                      <a:latin typeface="Montserrat"/>
                      <a:ea typeface="Montserrat"/>
                      <a:cs typeface="Montserrat"/>
                      <a:sym typeface="Montserrat"/>
                    </a:endParaRPr>
                  </a:p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cxnSp>
                <p:nvCxnSpPr>
                  <p:cNvPr id="1656" name="Google Shape;1656;p25"/>
                  <p:cNvCxnSpPr/>
                  <p:nvPr/>
                </p:nvCxnSpPr>
                <p:spPr>
                  <a:xfrm flipH="1" rot="10800000">
                    <a:off x="4120850" y="1209350"/>
                    <a:ext cx="773700" cy="18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54586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657" name="Google Shape;1657;p25"/>
                  <p:cNvCxnSpPr>
                    <a:endCxn id="1649" idx="1"/>
                  </p:cNvCxnSpPr>
                  <p:nvPr/>
                </p:nvCxnSpPr>
                <p:spPr>
                  <a:xfrm flipH="1" rot="10800000">
                    <a:off x="4087590" y="2770857"/>
                    <a:ext cx="814500" cy="51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54586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658" name="Google Shape;1658;p25"/>
                  <p:cNvCxnSpPr>
                    <a:endCxn id="1653" idx="1"/>
                  </p:cNvCxnSpPr>
                  <p:nvPr/>
                </p:nvCxnSpPr>
                <p:spPr>
                  <a:xfrm>
                    <a:off x="4087714" y="4653411"/>
                    <a:ext cx="814200" cy="39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54586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659" name="Google Shape;1659;p25"/>
                  <p:cNvCxnSpPr>
                    <a:endCxn id="1655" idx="1"/>
                  </p:cNvCxnSpPr>
                  <p:nvPr/>
                </p:nvCxnSpPr>
                <p:spPr>
                  <a:xfrm>
                    <a:off x="4054414" y="6564137"/>
                    <a:ext cx="847500" cy="9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54586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</p:grpSp>
          <p:pic>
            <p:nvPicPr>
              <p:cNvPr id="1660" name="Google Shape;1660;p2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532075" y="4378524"/>
                <a:ext cx="1341225" cy="2583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1" name="Google Shape;1661;p25"/>
              <p:cNvPicPr preferRelativeResize="0"/>
              <p:nvPr/>
            </p:nvPicPr>
            <p:blipFill rotWithShape="1">
              <a:blip r:embed="rId9">
                <a:alphaModFix/>
              </a:blip>
              <a:srcRect b="39050" l="0" r="0" t="38415"/>
              <a:stretch/>
            </p:blipFill>
            <p:spPr>
              <a:xfrm>
                <a:off x="4393600" y="4636875"/>
                <a:ext cx="1588175" cy="357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62" name="Google Shape;1662;p25"/>
            <p:cNvSpPr txBox="1"/>
            <p:nvPr/>
          </p:nvSpPr>
          <p:spPr>
            <a:xfrm>
              <a:off x="5532550" y="1019650"/>
              <a:ext cx="27438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5458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Geographic Region</a:t>
              </a:r>
              <a:endParaRPr sz="2400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63" name="Google Shape;1663;p25"/>
          <p:cNvSpPr txBox="1"/>
          <p:nvPr>
            <p:ph idx="4294967295" type="title"/>
          </p:nvPr>
        </p:nvSpPr>
        <p:spPr>
          <a:xfrm>
            <a:off x="133500" y="111175"/>
            <a:ext cx="999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50"/>
              <a:t>Aim 1.1 - Grouping Sequencing Centers by Region</a:t>
            </a:r>
            <a:endParaRPr sz="2950"/>
          </a:p>
        </p:txBody>
      </p:sp>
      <p:pic>
        <p:nvPicPr>
          <p:cNvPr id="1664" name="Google Shape;1664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4363" y="5699325"/>
            <a:ext cx="9088275" cy="14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26"/>
          <p:cNvSpPr txBox="1"/>
          <p:nvPr>
            <p:ph idx="4294967295" type="title"/>
          </p:nvPr>
        </p:nvSpPr>
        <p:spPr>
          <a:xfrm>
            <a:off x="133500" y="111175"/>
            <a:ext cx="999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50"/>
              <a:t>Aim 1.1 - Creating a tumor content classification system </a:t>
            </a:r>
            <a:endParaRPr sz="2550"/>
          </a:p>
        </p:txBody>
      </p:sp>
      <p:pic>
        <p:nvPicPr>
          <p:cNvPr id="1670" name="Google Shape;16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000" y="1021150"/>
            <a:ext cx="6616400" cy="34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350" y="4699300"/>
            <a:ext cx="8752149" cy="23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27"/>
          <p:cNvSpPr txBox="1"/>
          <p:nvPr>
            <p:ph idx="4294967295" type="title"/>
          </p:nvPr>
        </p:nvSpPr>
        <p:spPr>
          <a:xfrm>
            <a:off x="362100" y="187375"/>
            <a:ext cx="999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1.1 - Numeric Summaries</a:t>
            </a:r>
            <a:endParaRPr/>
          </a:p>
        </p:txBody>
      </p:sp>
      <p:pic>
        <p:nvPicPr>
          <p:cNvPr id="1677" name="Google Shape;1677;p27"/>
          <p:cNvPicPr preferRelativeResize="0"/>
          <p:nvPr/>
        </p:nvPicPr>
        <p:blipFill rotWithShape="1">
          <a:blip r:embed="rId3">
            <a:alphaModFix/>
          </a:blip>
          <a:srcRect b="0" l="0" r="11032" t="0"/>
          <a:stretch/>
        </p:blipFill>
        <p:spPr>
          <a:xfrm>
            <a:off x="159325" y="2954450"/>
            <a:ext cx="4822750" cy="30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7275" y="3355463"/>
            <a:ext cx="5558523" cy="22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9575" y="1290860"/>
            <a:ext cx="8474250" cy="13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27"/>
          <p:cNvSpPr txBox="1"/>
          <p:nvPr/>
        </p:nvSpPr>
        <p:spPr>
          <a:xfrm>
            <a:off x="1101975" y="1367050"/>
            <a:ext cx="8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Table 1</a:t>
            </a:r>
            <a:endParaRPr b="1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1" name="Google Shape;1681;p27"/>
          <p:cNvSpPr txBox="1"/>
          <p:nvPr/>
        </p:nvSpPr>
        <p:spPr>
          <a:xfrm>
            <a:off x="252325" y="3029275"/>
            <a:ext cx="9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Table 2</a:t>
            </a:r>
            <a:endParaRPr b="1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2" name="Google Shape;1682;p27"/>
          <p:cNvSpPr txBox="1"/>
          <p:nvPr/>
        </p:nvSpPr>
        <p:spPr>
          <a:xfrm>
            <a:off x="5209675" y="3429475"/>
            <a:ext cx="9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Table 3</a:t>
            </a:r>
            <a:endParaRPr b="1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7" name="Google Shape;16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00" y="4363750"/>
            <a:ext cx="5012375" cy="3108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5100" y="1002056"/>
            <a:ext cx="5012376" cy="3097595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28"/>
          <p:cNvSpPr txBox="1"/>
          <p:nvPr>
            <p:ph idx="4294967295" type="title"/>
          </p:nvPr>
        </p:nvSpPr>
        <p:spPr>
          <a:xfrm>
            <a:off x="351000" y="144575"/>
            <a:ext cx="999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1.1 - Visualizations</a:t>
            </a:r>
            <a:endParaRPr/>
          </a:p>
        </p:txBody>
      </p:sp>
      <p:pic>
        <p:nvPicPr>
          <p:cNvPr id="1690" name="Google Shape;1690;p28"/>
          <p:cNvPicPr preferRelativeResize="0"/>
          <p:nvPr/>
        </p:nvPicPr>
        <p:blipFill rotWithShape="1">
          <a:blip r:embed="rId5">
            <a:alphaModFix/>
          </a:blip>
          <a:srcRect b="1380" l="0" r="0" t="0"/>
          <a:stretch/>
        </p:blipFill>
        <p:spPr>
          <a:xfrm>
            <a:off x="5385100" y="4384750"/>
            <a:ext cx="5012377" cy="3066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1" name="Google Shape;169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000" y="1005550"/>
            <a:ext cx="5012375" cy="3090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29"/>
          <p:cNvSpPr txBox="1"/>
          <p:nvPr>
            <p:ph type="title"/>
          </p:nvPr>
        </p:nvSpPr>
        <p:spPr>
          <a:xfrm>
            <a:off x="2981100" y="1562920"/>
            <a:ext cx="4729800" cy="95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1.2</a:t>
            </a:r>
            <a:endParaRPr/>
          </a:p>
        </p:txBody>
      </p:sp>
      <p:sp>
        <p:nvSpPr>
          <p:cNvPr id="1697" name="Google Shape;1697;p29"/>
          <p:cNvSpPr txBox="1"/>
          <p:nvPr>
            <p:ph idx="1" type="subTitle"/>
          </p:nvPr>
        </p:nvSpPr>
        <p:spPr>
          <a:xfrm>
            <a:off x="2293150" y="2429850"/>
            <a:ext cx="57657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Classify severity of cancer by exposure status</a:t>
            </a:r>
            <a:endParaRPr b="1"/>
          </a:p>
        </p:txBody>
      </p:sp>
      <p:sp>
        <p:nvSpPr>
          <p:cNvPr id="1698" name="Google Shape;1698;p29"/>
          <p:cNvSpPr txBox="1"/>
          <p:nvPr>
            <p:ph idx="2" type="body"/>
          </p:nvPr>
        </p:nvSpPr>
        <p:spPr>
          <a:xfrm>
            <a:off x="1711625" y="2883600"/>
            <a:ext cx="7593300" cy="122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Using data on sequencing sites and exposure status (grouped by prior treatment) from Dataset #1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30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1.2 - Classifying the Exposure status by Region (Grouped by Prior Treatment) </a:t>
            </a:r>
            <a:endParaRPr/>
          </a:p>
        </p:txBody>
      </p:sp>
      <p:pic>
        <p:nvPicPr>
          <p:cNvPr id="1704" name="Google Shape;17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75" y="4856550"/>
            <a:ext cx="9808250" cy="7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30"/>
          <p:cNvSpPr/>
          <p:nvPr/>
        </p:nvSpPr>
        <p:spPr>
          <a:xfrm>
            <a:off x="899750" y="2542675"/>
            <a:ext cx="2474700" cy="13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which contains the Exposure Status, Prior Treatment, Center of Sequencing</a:t>
            </a:r>
            <a:endParaRPr/>
          </a:p>
        </p:txBody>
      </p:sp>
      <p:sp>
        <p:nvSpPr>
          <p:cNvPr id="1706" name="Google Shape;1706;p30"/>
          <p:cNvSpPr/>
          <p:nvPr/>
        </p:nvSpPr>
        <p:spPr>
          <a:xfrm>
            <a:off x="4108650" y="2542675"/>
            <a:ext cx="2474700" cy="13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Janitor Library to classify Exposure Status and Prior Treatment by Center of Sequencing</a:t>
            </a:r>
            <a:endParaRPr/>
          </a:p>
        </p:txBody>
      </p:sp>
      <p:sp>
        <p:nvSpPr>
          <p:cNvPr id="1707" name="Google Shape;1707;p30"/>
          <p:cNvSpPr/>
          <p:nvPr/>
        </p:nvSpPr>
        <p:spPr>
          <a:xfrm>
            <a:off x="7317550" y="2542675"/>
            <a:ext cx="2474700" cy="13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tabyl() method to generate multiple tables categorized by Center of Sequencing</a:t>
            </a:r>
            <a:endParaRPr/>
          </a:p>
        </p:txBody>
      </p:sp>
      <p:cxnSp>
        <p:nvCxnSpPr>
          <p:cNvPr id="1708" name="Google Shape;1708;p30"/>
          <p:cNvCxnSpPr>
            <a:stCxn id="1705" idx="3"/>
            <a:endCxn id="1706" idx="1"/>
          </p:cNvCxnSpPr>
          <p:nvPr/>
        </p:nvCxnSpPr>
        <p:spPr>
          <a:xfrm>
            <a:off x="3374450" y="3205975"/>
            <a:ext cx="7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30"/>
          <p:cNvCxnSpPr>
            <a:stCxn id="1705" idx="3"/>
            <a:endCxn id="1706" idx="1"/>
          </p:cNvCxnSpPr>
          <p:nvPr/>
        </p:nvCxnSpPr>
        <p:spPr>
          <a:xfrm>
            <a:off x="3374450" y="3205975"/>
            <a:ext cx="73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0" name="Google Shape;1710;p30"/>
          <p:cNvCxnSpPr>
            <a:stCxn id="1706" idx="3"/>
            <a:endCxn id="1707" idx="1"/>
          </p:cNvCxnSpPr>
          <p:nvPr/>
        </p:nvCxnSpPr>
        <p:spPr>
          <a:xfrm>
            <a:off x="6583350" y="3205975"/>
            <a:ext cx="73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31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1.2 - Data grouped by prior treatment</a:t>
            </a:r>
            <a:endParaRPr/>
          </a:p>
        </p:txBody>
      </p:sp>
      <p:graphicFrame>
        <p:nvGraphicFramePr>
          <p:cNvPr id="1716" name="Google Shape;1716;p31"/>
          <p:cNvGraphicFramePr/>
          <p:nvPr/>
        </p:nvGraphicFramePr>
        <p:xfrm>
          <a:off x="839275" y="134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{F15BD7C4-7DB7-4BC6-8EB6-D74EDC14B3A8}</a:tableStyleId>
              </a:tblPr>
              <a:tblGrid>
                <a:gridCol w="3129500"/>
                <a:gridCol w="3129500"/>
                <a:gridCol w="3129500"/>
              </a:tblGrid>
              <a:tr h="4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Exposure.Status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Had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7" name="Google Shape;1717;p31"/>
          <p:cNvGraphicFramePr/>
          <p:nvPr/>
        </p:nvGraphicFramePr>
        <p:xfrm>
          <a:off x="839275" y="297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{F15BD7C4-7DB7-4BC6-8EB6-D74EDC14B3A8}</a:tableStyleId>
              </a:tblPr>
              <a:tblGrid>
                <a:gridCol w="3129500"/>
                <a:gridCol w="3129500"/>
                <a:gridCol w="3129500"/>
              </a:tblGrid>
              <a:tr h="4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Exposure.Status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Had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8" name="Google Shape;1718;p31"/>
          <p:cNvGraphicFramePr/>
          <p:nvPr/>
        </p:nvGraphicFramePr>
        <p:xfrm>
          <a:off x="839275" y="460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{F15BD7C4-7DB7-4BC6-8EB6-D74EDC14B3A8}</a:tableStyleId>
              </a:tblPr>
              <a:tblGrid>
                <a:gridCol w="3129500"/>
                <a:gridCol w="3129500"/>
                <a:gridCol w="3129500"/>
              </a:tblGrid>
              <a:tr h="4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Exposure.Status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Had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9" name="Google Shape;1719;p31"/>
          <p:cNvGraphicFramePr/>
          <p:nvPr/>
        </p:nvGraphicFramePr>
        <p:xfrm>
          <a:off x="839275" y="622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{F15BD7C4-7DB7-4BC6-8EB6-D74EDC14B3A8}</a:tableStyleId>
              </a:tblPr>
              <a:tblGrid>
                <a:gridCol w="3129500"/>
                <a:gridCol w="3129500"/>
                <a:gridCol w="3129500"/>
              </a:tblGrid>
              <a:tr h="4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Exposure.Status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Had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 Prior Taxane Treatment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1720" name="Google Shape;1720;p31"/>
          <p:cNvSpPr txBox="1"/>
          <p:nvPr/>
        </p:nvSpPr>
        <p:spPr>
          <a:xfrm rot="-5400000">
            <a:off x="-234875" y="1807425"/>
            <a:ext cx="1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East Coast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1" name="Google Shape;1721;p31"/>
          <p:cNvSpPr txBox="1"/>
          <p:nvPr/>
        </p:nvSpPr>
        <p:spPr>
          <a:xfrm rot="-5400000">
            <a:off x="-234875" y="3425013"/>
            <a:ext cx="1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International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2" name="Google Shape;1722;p31"/>
          <p:cNvSpPr txBox="1"/>
          <p:nvPr/>
        </p:nvSpPr>
        <p:spPr>
          <a:xfrm rot="-5400000">
            <a:off x="-234875" y="5048250"/>
            <a:ext cx="1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Midwest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3" name="Google Shape;1723;p31"/>
          <p:cNvSpPr txBox="1"/>
          <p:nvPr/>
        </p:nvSpPr>
        <p:spPr>
          <a:xfrm rot="-5400000">
            <a:off x="-234875" y="6671463"/>
            <a:ext cx="1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West Coast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32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1.2 - Numeric Summaries</a:t>
            </a:r>
            <a:endParaRPr/>
          </a:p>
        </p:txBody>
      </p:sp>
      <p:pic>
        <p:nvPicPr>
          <p:cNvPr id="1729" name="Google Shape;1729;p32"/>
          <p:cNvPicPr preferRelativeResize="0"/>
          <p:nvPr/>
        </p:nvPicPr>
        <p:blipFill rotWithShape="1">
          <a:blip r:embed="rId3">
            <a:alphaModFix/>
          </a:blip>
          <a:srcRect b="0" l="0" r="576" t="0"/>
          <a:stretch/>
        </p:blipFill>
        <p:spPr>
          <a:xfrm>
            <a:off x="1445450" y="1161450"/>
            <a:ext cx="7755801" cy="260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32"/>
          <p:cNvPicPr preferRelativeResize="0"/>
          <p:nvPr/>
        </p:nvPicPr>
        <p:blipFill rotWithShape="1">
          <a:blip r:embed="rId4">
            <a:alphaModFix/>
          </a:blip>
          <a:srcRect b="1468" l="0" r="0" t="0"/>
          <a:stretch/>
        </p:blipFill>
        <p:spPr>
          <a:xfrm>
            <a:off x="3645925" y="3846925"/>
            <a:ext cx="3422349" cy="352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32"/>
          <p:cNvSpPr txBox="1"/>
          <p:nvPr/>
        </p:nvSpPr>
        <p:spPr>
          <a:xfrm>
            <a:off x="1445450" y="1085575"/>
            <a:ext cx="8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Table 1</a:t>
            </a:r>
            <a:endParaRPr b="1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2" name="Google Shape;1732;p32"/>
          <p:cNvSpPr txBox="1"/>
          <p:nvPr/>
        </p:nvSpPr>
        <p:spPr>
          <a:xfrm>
            <a:off x="3645925" y="3846925"/>
            <a:ext cx="10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Table 2</a:t>
            </a:r>
            <a:endParaRPr b="1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33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1.2 - Visualizations</a:t>
            </a:r>
            <a:endParaRPr/>
          </a:p>
        </p:txBody>
      </p:sp>
      <p:pic>
        <p:nvPicPr>
          <p:cNvPr id="1738" name="Google Shape;17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787" y="1159725"/>
            <a:ext cx="4686427" cy="2892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2783" y="4430325"/>
            <a:ext cx="4686442" cy="28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34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2.1 </a:t>
            </a:r>
            <a:r>
              <a:rPr lang="en" sz="2600"/>
              <a:t>Assign classifications of “high”, “medium” or “low” based on the intensity of tumor content</a:t>
            </a:r>
            <a:endParaRPr sz="2600"/>
          </a:p>
        </p:txBody>
      </p:sp>
      <p:pic>
        <p:nvPicPr>
          <p:cNvPr id="1745" name="Google Shape;174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00" y="2768650"/>
            <a:ext cx="4515900" cy="463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" name="Google Shape;174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400" y="2768650"/>
            <a:ext cx="4515899" cy="433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75" y="1440976"/>
            <a:ext cx="4440923" cy="111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34"/>
          <p:cNvSpPr txBox="1"/>
          <p:nvPr/>
        </p:nvSpPr>
        <p:spPr>
          <a:xfrm>
            <a:off x="6212800" y="1412600"/>
            <a:ext cx="3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9" name="Google Shape;1749;p34"/>
          <p:cNvSpPr txBox="1"/>
          <p:nvPr/>
        </p:nvSpPr>
        <p:spPr>
          <a:xfrm>
            <a:off x="6238950" y="1608800"/>
            <a:ext cx="303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771" rtl="0" algn="l">
              <a:spcBef>
                <a:spcPts val="12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4"/>
                </a:solidFill>
              </a:rPr>
              <a:t>1 to 10 mutations</a:t>
            </a:r>
            <a:r>
              <a:rPr lang="en" sz="1200">
                <a:solidFill>
                  <a:srgbClr val="202124"/>
                </a:solidFill>
                <a:highlight>
                  <a:srgbClr val="FFFFFF"/>
                </a:highlight>
              </a:rPr>
              <a:t> are needed for cancer to emerge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35"/>
          <p:cNvSpPr txBox="1"/>
          <p:nvPr>
            <p:ph idx="1" type="body"/>
          </p:nvPr>
        </p:nvSpPr>
        <p:spPr>
          <a:xfrm>
            <a:off x="362100" y="1392925"/>
            <a:ext cx="9241200" cy="52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based on the data that was obtained from our last step we can plot.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 plot we will use the “gannatogram library”</a:t>
            </a:r>
            <a:endParaRPr/>
          </a:p>
        </p:txBody>
      </p:sp>
      <p:sp>
        <p:nvSpPr>
          <p:cNvPr id="1755" name="Google Shape;1755;p35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2</a:t>
            </a:r>
            <a:r>
              <a:rPr lang="en"/>
              <a:t>.1</a:t>
            </a:r>
            <a:endParaRPr/>
          </a:p>
        </p:txBody>
      </p:sp>
      <p:pic>
        <p:nvPicPr>
          <p:cNvPr id="1756" name="Google Shape;17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875" y="1957675"/>
            <a:ext cx="3523400" cy="253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00" y="2851350"/>
            <a:ext cx="3786876" cy="4490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8" name="Google Shape;175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7550" y="4493442"/>
            <a:ext cx="3638125" cy="2777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36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2.1</a:t>
            </a:r>
            <a:endParaRPr/>
          </a:p>
        </p:txBody>
      </p:sp>
      <p:pic>
        <p:nvPicPr>
          <p:cNvPr id="1764" name="Google Shape;176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625" y="492175"/>
            <a:ext cx="5874649" cy="64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37"/>
          <p:cNvSpPr txBox="1"/>
          <p:nvPr>
            <p:ph idx="1" type="body"/>
          </p:nvPr>
        </p:nvSpPr>
        <p:spPr>
          <a:xfrm>
            <a:off x="362100" y="1392925"/>
            <a:ext cx="9241200" cy="52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0" name="Google Shape;1770;p37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2.2</a:t>
            </a:r>
            <a:r>
              <a:rPr lang="en" sz="2944"/>
              <a:t> </a:t>
            </a:r>
            <a:r>
              <a:rPr lang="en" sz="2500"/>
              <a:t>Is tumor content, mutation count or fraction genome altered related to ABI/ENZA Exposure?</a:t>
            </a:r>
            <a:endParaRPr sz="2500"/>
          </a:p>
        </p:txBody>
      </p:sp>
      <p:pic>
        <p:nvPicPr>
          <p:cNvPr id="1771" name="Google Shape;17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700" y="1530112"/>
            <a:ext cx="3755350" cy="50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2" name="Google Shape;177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900" y="1530100"/>
            <a:ext cx="4790550" cy="23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238" y="4369899"/>
            <a:ext cx="4133874" cy="20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38"/>
          <p:cNvSpPr txBox="1"/>
          <p:nvPr>
            <p:ph idx="1" type="body"/>
          </p:nvPr>
        </p:nvSpPr>
        <p:spPr>
          <a:xfrm>
            <a:off x="362100" y="1392925"/>
            <a:ext cx="9241200" cy="52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9" name="Google Shape;1779;p38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2.2</a:t>
            </a:r>
            <a:r>
              <a:rPr lang="en" sz="2944"/>
              <a:t> </a:t>
            </a:r>
            <a:r>
              <a:rPr lang="en" sz="2500"/>
              <a:t>Visualization</a:t>
            </a:r>
            <a:endParaRPr sz="2500"/>
          </a:p>
        </p:txBody>
      </p:sp>
      <p:pic>
        <p:nvPicPr>
          <p:cNvPr id="1780" name="Google Shape;17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00" y="1201075"/>
            <a:ext cx="4647052" cy="28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050" y="1201081"/>
            <a:ext cx="4647051" cy="2871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0763" y="4294050"/>
            <a:ext cx="4852676" cy="299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100" y="1201076"/>
            <a:ext cx="4647052" cy="287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3045" y="1201075"/>
            <a:ext cx="4647055" cy="28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30769" y="4294048"/>
            <a:ext cx="4852680" cy="299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39"/>
          <p:cNvSpPr txBox="1"/>
          <p:nvPr>
            <p:ph idx="1" type="body"/>
          </p:nvPr>
        </p:nvSpPr>
        <p:spPr>
          <a:xfrm>
            <a:off x="362100" y="1392925"/>
            <a:ext cx="9241200" cy="52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1" name="Google Shape;1791;p39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2.2</a:t>
            </a:r>
            <a:r>
              <a:rPr lang="en" sz="2944"/>
              <a:t> </a:t>
            </a:r>
            <a:r>
              <a:rPr lang="en" sz="2500"/>
              <a:t>Analysis</a:t>
            </a:r>
            <a:endParaRPr sz="2500"/>
          </a:p>
        </p:txBody>
      </p:sp>
      <p:pic>
        <p:nvPicPr>
          <p:cNvPr id="1792" name="Google Shape;17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900" y="2181600"/>
            <a:ext cx="8942200" cy="31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40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2.3:Are these then related to biopsy sites?  </a:t>
            </a:r>
            <a:endParaRPr/>
          </a:p>
        </p:txBody>
      </p:sp>
      <p:pic>
        <p:nvPicPr>
          <p:cNvPr id="1798" name="Google Shape;17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75" y="1332400"/>
            <a:ext cx="9616124" cy="59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41"/>
          <p:cNvSpPr txBox="1"/>
          <p:nvPr>
            <p:ph type="title"/>
          </p:nvPr>
        </p:nvSpPr>
        <p:spPr>
          <a:xfrm>
            <a:off x="5359800" y="2630750"/>
            <a:ext cx="5332200" cy="163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AIM: Check for association between diagnosis age &amp; tumor site </a:t>
            </a:r>
            <a:endParaRPr sz="4000"/>
          </a:p>
        </p:txBody>
      </p:sp>
      <p:pic>
        <p:nvPicPr>
          <p:cNvPr id="1804" name="Google Shape;180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75" y="130850"/>
            <a:ext cx="4765308" cy="74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42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Aim</a:t>
            </a:r>
            <a:endParaRPr/>
          </a:p>
        </p:txBody>
      </p:sp>
      <p:pic>
        <p:nvPicPr>
          <p:cNvPr id="1810" name="Google Shape;18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901" y="237275"/>
            <a:ext cx="6167201" cy="7085449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11" name="Google Shape;1811;p42"/>
          <p:cNvSpPr/>
          <p:nvPr/>
        </p:nvSpPr>
        <p:spPr>
          <a:xfrm>
            <a:off x="3557200" y="2651200"/>
            <a:ext cx="8145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42"/>
          <p:cNvSpPr/>
          <p:nvPr/>
        </p:nvSpPr>
        <p:spPr>
          <a:xfrm>
            <a:off x="3557200" y="2922625"/>
            <a:ext cx="8145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42"/>
          <p:cNvSpPr/>
          <p:nvPr/>
        </p:nvSpPr>
        <p:spPr>
          <a:xfrm>
            <a:off x="3466650" y="4932875"/>
            <a:ext cx="8145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42"/>
          <p:cNvSpPr/>
          <p:nvPr/>
        </p:nvSpPr>
        <p:spPr>
          <a:xfrm>
            <a:off x="3466650" y="6099950"/>
            <a:ext cx="8145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42"/>
          <p:cNvSpPr/>
          <p:nvPr/>
        </p:nvSpPr>
        <p:spPr>
          <a:xfrm>
            <a:off x="3466650" y="1479125"/>
            <a:ext cx="8145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6" name="Google Shape;181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00" y="1498400"/>
            <a:ext cx="2648500" cy="2648500"/>
          </a:xfrm>
          <a:prstGeom prst="rect">
            <a:avLst/>
          </a:prstGeom>
          <a:noFill/>
          <a:ln cap="flat" cmpd="sng" w="28575">
            <a:solidFill>
              <a:srgbClr val="213B5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817" name="Google Shape;181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900" y="4559725"/>
            <a:ext cx="3107251" cy="1614250"/>
          </a:xfrm>
          <a:prstGeom prst="rect">
            <a:avLst/>
          </a:prstGeom>
          <a:noFill/>
          <a:ln cap="flat" cmpd="sng" w="28575">
            <a:solidFill>
              <a:srgbClr val="213B5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" name="Google Shape;182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001" y="1364225"/>
            <a:ext cx="8567850" cy="529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43"/>
          <p:cNvSpPr txBox="1"/>
          <p:nvPr/>
        </p:nvSpPr>
        <p:spPr>
          <a:xfrm>
            <a:off x="209875" y="447325"/>
            <a:ext cx="931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Distribution of tumors by site and age group, where the frequency of tumors was greater than 1 </a:t>
            </a:r>
            <a:endParaRPr b="1" sz="17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44"/>
          <p:cNvSpPr txBox="1"/>
          <p:nvPr>
            <p:ph type="ctrTitle"/>
          </p:nvPr>
        </p:nvSpPr>
        <p:spPr>
          <a:xfrm>
            <a:off x="2127150" y="1152444"/>
            <a:ext cx="6437700" cy="12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#2</a:t>
            </a:r>
            <a:endParaRPr/>
          </a:p>
        </p:txBody>
      </p:sp>
      <p:sp>
        <p:nvSpPr>
          <p:cNvPr id="1829" name="Google Shape;1829;p44"/>
          <p:cNvSpPr txBox="1"/>
          <p:nvPr>
            <p:ph idx="1" type="subTitle"/>
          </p:nvPr>
        </p:nvSpPr>
        <p:spPr>
          <a:xfrm>
            <a:off x="3343650" y="2568606"/>
            <a:ext cx="4004700" cy="14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National Cancer Institute: GDC Portal </a:t>
            </a:r>
            <a:endParaRPr/>
          </a:p>
        </p:txBody>
      </p:sp>
      <p:sp>
        <p:nvSpPr>
          <p:cNvPr id="1830" name="Google Shape;1830;p44"/>
          <p:cNvSpPr txBox="1"/>
          <p:nvPr/>
        </p:nvSpPr>
        <p:spPr>
          <a:xfrm rot="334255">
            <a:off x="2737779" y="5423689"/>
            <a:ext cx="5216438" cy="61580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1" name="Google Shape;1831;p44"/>
          <p:cNvSpPr txBox="1"/>
          <p:nvPr/>
        </p:nvSpPr>
        <p:spPr>
          <a:xfrm rot="989">
            <a:off x="2904518" y="5261736"/>
            <a:ext cx="52164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45"/>
          <p:cNvSpPr txBox="1"/>
          <p:nvPr>
            <p:ph type="ctrTitle"/>
          </p:nvPr>
        </p:nvSpPr>
        <p:spPr>
          <a:xfrm>
            <a:off x="2127150" y="1152444"/>
            <a:ext cx="6437700" cy="12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</a:t>
            </a:r>
            <a:endParaRPr/>
          </a:p>
        </p:txBody>
      </p:sp>
      <p:sp>
        <p:nvSpPr>
          <p:cNvPr id="1837" name="Google Shape;1837;p45"/>
          <p:cNvSpPr txBox="1"/>
          <p:nvPr>
            <p:ph idx="1" type="subTitle"/>
          </p:nvPr>
        </p:nvSpPr>
        <p:spPr>
          <a:xfrm>
            <a:off x="5423300" y="1022256"/>
            <a:ext cx="4004700" cy="14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CASES-493</a:t>
            </a:r>
            <a:endParaRPr/>
          </a:p>
        </p:txBody>
      </p:sp>
      <p:pic>
        <p:nvPicPr>
          <p:cNvPr id="1838" name="Google Shape;183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100" y="165150"/>
            <a:ext cx="1822350" cy="49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0" y="5285178"/>
            <a:ext cx="10692001" cy="1776743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45"/>
          <p:cNvSpPr/>
          <p:nvPr/>
        </p:nvSpPr>
        <p:spPr>
          <a:xfrm>
            <a:off x="4067750" y="2223525"/>
            <a:ext cx="1909500" cy="92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DATASET1-&gt;MAY15</a:t>
            </a:r>
            <a:endParaRPr/>
          </a:p>
        </p:txBody>
      </p:sp>
      <p:sp>
        <p:nvSpPr>
          <p:cNvPr id="1841" name="Google Shape;1841;p45"/>
          <p:cNvSpPr/>
          <p:nvPr/>
        </p:nvSpPr>
        <p:spPr>
          <a:xfrm>
            <a:off x="6626775" y="2223525"/>
            <a:ext cx="1857300" cy="92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DATASET2-&gt;JUNE 15  (ON GOING)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6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 #2 cleaning </a:t>
            </a:r>
            <a:endParaRPr/>
          </a:p>
        </p:txBody>
      </p:sp>
      <p:pic>
        <p:nvPicPr>
          <p:cNvPr id="1847" name="Google Shape;18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700"/>
            <a:ext cx="10387203" cy="2599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13" y="3819650"/>
            <a:ext cx="9391775" cy="334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47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 Pipeline</a:t>
            </a:r>
            <a:endParaRPr/>
          </a:p>
        </p:txBody>
      </p:sp>
      <p:pic>
        <p:nvPicPr>
          <p:cNvPr id="1854" name="Google Shape;18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7213"/>
            <a:ext cx="10387202" cy="3665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48"/>
          <p:cNvSpPr txBox="1"/>
          <p:nvPr>
            <p:ph type="title"/>
          </p:nvPr>
        </p:nvSpPr>
        <p:spPr>
          <a:xfrm>
            <a:off x="353400" y="564675"/>
            <a:ext cx="10338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between missing variables by CaseId </a:t>
            </a:r>
            <a:endParaRPr/>
          </a:p>
        </p:txBody>
      </p:sp>
      <p:pic>
        <p:nvPicPr>
          <p:cNvPr id="1860" name="Google Shape;18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400" y="1318575"/>
            <a:ext cx="9678080" cy="59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49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values of days to last follow up broken down by case</a:t>
            </a:r>
            <a:endParaRPr/>
          </a:p>
        </p:txBody>
      </p:sp>
      <p:pic>
        <p:nvPicPr>
          <p:cNvPr id="1866" name="Google Shape;18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13" y="1281325"/>
            <a:ext cx="9707177" cy="599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50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 Diagram  </a:t>
            </a:r>
            <a:endParaRPr/>
          </a:p>
        </p:txBody>
      </p:sp>
      <p:pic>
        <p:nvPicPr>
          <p:cNvPr id="1872" name="Google Shape;18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3700" y="1200550"/>
            <a:ext cx="5624604" cy="616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51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Relational Data  </a:t>
            </a:r>
            <a:endParaRPr/>
          </a:p>
        </p:txBody>
      </p:sp>
      <p:pic>
        <p:nvPicPr>
          <p:cNvPr id="1878" name="Google Shape;187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3275"/>
            <a:ext cx="10387201" cy="298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51"/>
          <p:cNvSpPr txBox="1"/>
          <p:nvPr/>
        </p:nvSpPr>
        <p:spPr>
          <a:xfrm>
            <a:off x="587700" y="4128450"/>
            <a:ext cx="9764400" cy="2555100"/>
          </a:xfrm>
          <a:prstGeom prst="rect">
            <a:avLst/>
          </a:prstGeom>
          <a:solidFill>
            <a:srgbClr val="05458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SQL SYNTAX IN R </a:t>
            </a:r>
            <a:endParaRPr>
              <a:solidFill>
                <a:schemeClr val="accent1"/>
              </a:solidFill>
              <a:highlight>
                <a:schemeClr val="dk2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dataset_1sql &lt;- sqldf(</a:t>
            </a: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"SELECT ID, case when Age &gt;=40 and Age &lt;= 59 then '40-59' 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when Age &gt;59 and Age &lt;= 69 then '60-69'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when Age &gt;69 and Age &lt;= 79 then '70-79' 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else '80+' end  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FROM dataset_1 GROUP BY ID,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	case when Age &gt;=40 and Age &lt;= 59 then '40-59' 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when Age &gt;59 and Age &lt;= 69 then '60-69'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when Age &gt;69 and Age &lt;= 79 then '70-79' 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	else '80+' end"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52"/>
          <p:cNvSpPr txBox="1"/>
          <p:nvPr/>
        </p:nvSpPr>
        <p:spPr>
          <a:xfrm>
            <a:off x="456725" y="324525"/>
            <a:ext cx="6923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50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Processing</a:t>
            </a:r>
            <a:endParaRPr b="1" sz="2350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85" name="Google Shape;188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00" y="1023225"/>
            <a:ext cx="3590925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6109" y="1023225"/>
            <a:ext cx="4700243" cy="475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000" y="5928600"/>
            <a:ext cx="9687464" cy="14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53"/>
          <p:cNvSpPr txBox="1"/>
          <p:nvPr/>
        </p:nvSpPr>
        <p:spPr>
          <a:xfrm>
            <a:off x="456725" y="324525"/>
            <a:ext cx="6923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50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Processing</a:t>
            </a:r>
            <a:endParaRPr b="1" sz="2350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3" name="Google Shape;189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3225"/>
            <a:ext cx="10387197" cy="644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880019"/>
            <a:ext cx="10387201" cy="2061668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53"/>
          <p:cNvSpPr txBox="1"/>
          <p:nvPr/>
        </p:nvSpPr>
        <p:spPr>
          <a:xfrm>
            <a:off x="0" y="4128450"/>
            <a:ext cx="10692000" cy="2570400"/>
          </a:xfrm>
          <a:prstGeom prst="rect">
            <a:avLst/>
          </a:prstGeom>
          <a:solidFill>
            <a:srgbClr val="05458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R Code for Classification</a:t>
            </a:r>
            <a:endParaRPr sz="2000">
              <a:solidFill>
                <a:schemeClr val="accent1"/>
              </a:solidFill>
              <a:highlight>
                <a:schemeClr val="dk2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classifications = c</a:t>
            </a:r>
            <a:r>
              <a:rPr b="1"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endParaRPr b="1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"The cancer has not spread to nearby lymph nodes or elsewhere in the body. The Grade Group is 1 , and the PSA level is less than 10.",</a:t>
            </a:r>
            <a:endParaRPr b="1" sz="1100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"The cancer has not spread to nearby lymph nodes [N0] or elsewhere in the body [M0]. The Grade Group is 1. The PSA level is at least 10 but less than 20.",</a:t>
            </a:r>
            <a:endParaRPr b="1" sz="1100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"The cancer has not spread to nearby lymph nodes [N0] or elsewhere in the body [M0]. The Grade Group is 2. The PSA level is less than 20.",</a:t>
            </a:r>
            <a:endParaRPr b="1" sz="1100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"It has not spread to nearby lymph nodes [N0] or elsewhere in the body [M0]. The Grade Group is 1 to 4, and the PSA can be any value.",</a:t>
            </a:r>
            <a:endParaRPr b="1" sz="1100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"The cancer has spread to nearby lymph nodes [N1] but has not spread elsewhere in the body [M0]. The Grade Group can be any value, and the PSA can be any value.",</a:t>
            </a:r>
            <a:endParaRPr b="1" sz="1100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"It has spread to other parts of the body, such as distant lymph nodes, bones, or other organs [M1]. The Grade Group can be any value, and the PSA can be any value.",</a:t>
            </a:r>
            <a:endParaRPr b="1" sz="1100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"Not classified"</a:t>
            </a:r>
            <a:endParaRPr b="1" sz="1100"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6" name="Google Shape;189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822510"/>
            <a:ext cx="10691999" cy="215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54"/>
          <p:cNvSpPr txBox="1"/>
          <p:nvPr/>
        </p:nvSpPr>
        <p:spPr>
          <a:xfrm>
            <a:off x="456725" y="324525"/>
            <a:ext cx="6923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50">
                <a:solidFill>
                  <a:srgbClr val="054586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Processing</a:t>
            </a:r>
            <a:endParaRPr b="1" sz="2350">
              <a:solidFill>
                <a:srgbClr val="05458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02" name="Google Shape;190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3225"/>
            <a:ext cx="10333092" cy="63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55"/>
          <p:cNvSpPr txBox="1"/>
          <p:nvPr>
            <p:ph idx="1" type="body"/>
          </p:nvPr>
        </p:nvSpPr>
        <p:spPr>
          <a:xfrm>
            <a:off x="362100" y="1392925"/>
            <a:ext cx="4681800" cy="13377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600">
                <a:solidFill>
                  <a:schemeClr val="lt1"/>
                </a:solidFill>
              </a:rPr>
              <a:t>CUSTOM FX 1 : Remove Non-Uniques 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600">
                <a:solidFill>
                  <a:schemeClr val="lt1"/>
                </a:solidFill>
              </a:rPr>
              <a:t>checks for values that are the same within a column 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00"/>
          </a:p>
        </p:txBody>
      </p:sp>
      <p:sp>
        <p:nvSpPr>
          <p:cNvPr id="1908" name="Google Shape;1908;p55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Function Library: ‘DiseaseDivas’ </a:t>
            </a:r>
            <a:endParaRPr/>
          </a:p>
        </p:txBody>
      </p:sp>
      <p:sp>
        <p:nvSpPr>
          <p:cNvPr id="1909" name="Google Shape;1909;p55"/>
          <p:cNvSpPr txBox="1"/>
          <p:nvPr>
            <p:ph idx="1" type="body"/>
          </p:nvPr>
        </p:nvSpPr>
        <p:spPr>
          <a:xfrm>
            <a:off x="2908975" y="2885150"/>
            <a:ext cx="4681800" cy="13377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CUSTOM FX 2: Change string value to NA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checks for the following string value  ‘-- and changes it to NA</a:t>
            </a:r>
            <a:endParaRPr sz="1400"/>
          </a:p>
        </p:txBody>
      </p:sp>
      <p:sp>
        <p:nvSpPr>
          <p:cNvPr id="1910" name="Google Shape;1910;p55"/>
          <p:cNvSpPr txBox="1"/>
          <p:nvPr>
            <p:ph idx="1" type="body"/>
          </p:nvPr>
        </p:nvSpPr>
        <p:spPr>
          <a:xfrm>
            <a:off x="5670300" y="4625825"/>
            <a:ext cx="4681800" cy="13377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CUSTOM FX 3:  Carbon Copy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checks for columns that are duplicated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56"/>
          <p:cNvSpPr txBox="1"/>
          <p:nvPr>
            <p:ph type="title"/>
          </p:nvPr>
        </p:nvSpPr>
        <p:spPr>
          <a:xfrm>
            <a:off x="3166275" y="704575"/>
            <a:ext cx="3090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6" name="Google Shape;1916;p56"/>
          <p:cNvSpPr txBox="1"/>
          <p:nvPr>
            <p:ph type="title"/>
          </p:nvPr>
        </p:nvSpPr>
        <p:spPr>
          <a:xfrm>
            <a:off x="3486375" y="2867350"/>
            <a:ext cx="27549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Significance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7" name="Google Shape;1917;p56"/>
          <p:cNvSpPr txBox="1"/>
          <p:nvPr>
            <p:ph type="title"/>
          </p:nvPr>
        </p:nvSpPr>
        <p:spPr>
          <a:xfrm>
            <a:off x="209700" y="111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Concluding Remarks</a:t>
            </a:r>
            <a:endParaRPr/>
          </a:p>
        </p:txBody>
      </p:sp>
      <p:cxnSp>
        <p:nvCxnSpPr>
          <p:cNvPr id="1918" name="Google Shape;1918;p56"/>
          <p:cNvCxnSpPr>
            <a:stCxn id="1915" idx="1"/>
            <a:endCxn id="1919" idx="0"/>
          </p:cNvCxnSpPr>
          <p:nvPr/>
        </p:nvCxnSpPr>
        <p:spPr>
          <a:xfrm flipH="1">
            <a:off x="2476575" y="1001275"/>
            <a:ext cx="689700" cy="481500"/>
          </a:xfrm>
          <a:prstGeom prst="bentConnector3">
            <a:avLst>
              <a:gd fmla="val 127693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56"/>
          <p:cNvCxnSpPr>
            <a:stCxn id="1915" idx="3"/>
          </p:cNvCxnSpPr>
          <p:nvPr/>
        </p:nvCxnSpPr>
        <p:spPr>
          <a:xfrm>
            <a:off x="6256575" y="1001275"/>
            <a:ext cx="799800" cy="481500"/>
          </a:xfrm>
          <a:prstGeom prst="bentConnector3">
            <a:avLst>
              <a:gd fmla="val 10194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1" name="Google Shape;1921;p56"/>
          <p:cNvSpPr/>
          <p:nvPr/>
        </p:nvSpPr>
        <p:spPr>
          <a:xfrm>
            <a:off x="1246700" y="3485775"/>
            <a:ext cx="7575900" cy="687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E1F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 evidence of association between geographic location and severity of tumor content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2" name="Google Shape;1922;p56"/>
          <p:cNvSpPr/>
          <p:nvPr/>
        </p:nvSpPr>
        <p:spPr>
          <a:xfrm>
            <a:off x="1246700" y="1427750"/>
            <a:ext cx="2631300" cy="989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E1F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1st Dataset: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Variables not well-defined</a:t>
            </a:r>
            <a:endParaRPr sz="1600"/>
          </a:p>
        </p:txBody>
      </p:sp>
      <p:sp>
        <p:nvSpPr>
          <p:cNvPr id="1923" name="Google Shape;1923;p56"/>
          <p:cNvSpPr/>
          <p:nvPr/>
        </p:nvSpPr>
        <p:spPr>
          <a:xfrm>
            <a:off x="5666575" y="1482775"/>
            <a:ext cx="2631300" cy="989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E1F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Prostate cancer is niche</a:t>
            </a:r>
            <a:endParaRPr sz="1600"/>
          </a:p>
        </p:txBody>
      </p:sp>
      <p:sp>
        <p:nvSpPr>
          <p:cNvPr id="1924" name="Google Shape;1924;p56"/>
          <p:cNvSpPr txBox="1"/>
          <p:nvPr/>
        </p:nvSpPr>
        <p:spPr>
          <a:xfrm>
            <a:off x="1225925" y="4413750"/>
            <a:ext cx="7575900" cy="738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E1F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 age, incidence of prostate cancer increases with metastasis of disease occurring more frequently in the lymph nodes and bone. </a:t>
            </a:r>
            <a:endParaRPr/>
          </a:p>
        </p:txBody>
      </p:sp>
      <p:sp>
        <p:nvSpPr>
          <p:cNvPr id="1925" name="Google Shape;1925;p56"/>
          <p:cNvSpPr/>
          <p:nvPr/>
        </p:nvSpPr>
        <p:spPr>
          <a:xfrm>
            <a:off x="1225925" y="5347475"/>
            <a:ext cx="7575900" cy="687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E1F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Strong evidence of association between geographic location and Exposure Status based on Prior Treatment Status was found.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57"/>
          <p:cNvSpPr txBox="1"/>
          <p:nvPr>
            <p:ph idx="4294967295" type="title"/>
          </p:nvPr>
        </p:nvSpPr>
        <p:spPr>
          <a:xfrm>
            <a:off x="362100" y="263575"/>
            <a:ext cx="99900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50"/>
              <a:t>Next steps: Investigate Treatment Effect on Age at Diagnosis</a:t>
            </a:r>
            <a:endParaRPr sz="2350"/>
          </a:p>
        </p:txBody>
      </p:sp>
      <p:grpSp>
        <p:nvGrpSpPr>
          <p:cNvPr id="1931" name="Google Shape;1931;p57"/>
          <p:cNvGrpSpPr/>
          <p:nvPr/>
        </p:nvGrpSpPr>
        <p:grpSpPr>
          <a:xfrm>
            <a:off x="695350" y="1034188"/>
            <a:ext cx="7312925" cy="5750863"/>
            <a:chOff x="695350" y="1491388"/>
            <a:chExt cx="7312925" cy="5750863"/>
          </a:xfrm>
        </p:grpSpPr>
        <p:pic>
          <p:nvPicPr>
            <p:cNvPr id="1932" name="Google Shape;1932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5350" y="4617425"/>
              <a:ext cx="4248304" cy="26248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33" name="Google Shape;1933;p57"/>
            <p:cNvGrpSpPr/>
            <p:nvPr/>
          </p:nvGrpSpPr>
          <p:grpSpPr>
            <a:xfrm>
              <a:off x="2422625" y="1491388"/>
              <a:ext cx="5585650" cy="417888"/>
              <a:chOff x="2422625" y="1262788"/>
              <a:chExt cx="5585650" cy="417888"/>
            </a:xfrm>
          </p:grpSpPr>
          <p:sp>
            <p:nvSpPr>
              <p:cNvPr id="1934" name="Google Shape;1934;p57"/>
              <p:cNvSpPr txBox="1"/>
              <p:nvPr/>
            </p:nvSpPr>
            <p:spPr>
              <a:xfrm>
                <a:off x="2422625" y="1280475"/>
                <a:ext cx="108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Montserrat"/>
                    <a:ea typeface="Montserrat"/>
                    <a:cs typeface="Montserrat"/>
                    <a:sym typeface="Montserrat"/>
                  </a:rPr>
                  <a:t>Dataset 1</a:t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35" name="Google Shape;1935;p57"/>
              <p:cNvSpPr txBox="1"/>
              <p:nvPr/>
            </p:nvSpPr>
            <p:spPr>
              <a:xfrm>
                <a:off x="6928275" y="1262788"/>
                <a:ext cx="108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Montserrat"/>
                    <a:ea typeface="Montserrat"/>
                    <a:cs typeface="Montserrat"/>
                    <a:sym typeface="Montserrat"/>
                  </a:rPr>
                  <a:t>Dataset 2</a:t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pic>
        <p:nvPicPr>
          <p:cNvPr id="1936" name="Google Shape;1936;p57"/>
          <p:cNvPicPr preferRelativeResize="0"/>
          <p:nvPr/>
        </p:nvPicPr>
        <p:blipFill rotWithShape="1">
          <a:blip r:embed="rId4">
            <a:alphaModFix/>
          </a:blip>
          <a:srcRect b="1754" l="1540" r="1540" t="1850"/>
          <a:stretch/>
        </p:blipFill>
        <p:spPr>
          <a:xfrm>
            <a:off x="695350" y="1444932"/>
            <a:ext cx="4270275" cy="262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7" name="Google Shape;1937;p57"/>
          <p:cNvPicPr preferRelativeResize="0"/>
          <p:nvPr/>
        </p:nvPicPr>
        <p:blipFill rotWithShape="1">
          <a:blip r:embed="rId5">
            <a:alphaModFix/>
          </a:blip>
          <a:srcRect b="1424" l="1176" r="0" t="1657"/>
          <a:stretch/>
        </p:blipFill>
        <p:spPr>
          <a:xfrm>
            <a:off x="5165275" y="1455650"/>
            <a:ext cx="4270277" cy="261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8" name="Google Shape;1938;p57"/>
          <p:cNvPicPr preferRelativeResize="0"/>
          <p:nvPr/>
        </p:nvPicPr>
        <p:blipFill rotWithShape="1">
          <a:blip r:embed="rId6">
            <a:alphaModFix/>
          </a:blip>
          <a:srcRect b="2201" l="1033" r="1510" t="1682"/>
          <a:stretch/>
        </p:blipFill>
        <p:spPr>
          <a:xfrm>
            <a:off x="5165275" y="4174200"/>
            <a:ext cx="4270274" cy="2611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58"/>
          <p:cNvSpPr txBox="1"/>
          <p:nvPr>
            <p:ph idx="1" type="body"/>
          </p:nvPr>
        </p:nvSpPr>
        <p:spPr>
          <a:xfrm>
            <a:off x="362100" y="1392925"/>
            <a:ext cx="9241200" cy="52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https://pubmed.ncbi.nlm.nih.gov/26000489/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https://portal.gdc.cancer.gov/exploration?filters=%7B%22content%22%3A%5B%7B%22content%22%3A%7B%22field%22%3A%22genes.is_cancer_gene_census%22%2C%22value%22%3A%5B%22true%22%5D%7D%2C%22op%22%3A%22in%22%7D%5D%2C%22op%22%3A%22and%22%7D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https://www.google.com/search?q=cell+journal&amp;source=lnms&amp;tbm=isch&amp;sa=X&amp;ved=2ahUKEwjOgtLV7In0AhWwoXIEHbAqC3kQ_AUoAnoECAEQBA&amp;biw=1797&amp;bih=817&amp;dpr=1#imgrc=HTERdPOrc0-NoM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6"/>
              </a:rPr>
              <a:t>https://www.cancer.org/cancer/prostate-cancer/about/key-statistics.html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7"/>
              </a:rPr>
              <a:t>https://cccnevada.com/prostate-cancer-by-the-numbers/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8"/>
              </a:rPr>
              <a:t>https://twitter.com/brjcancer/status/920966252994203648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9"/>
              </a:rPr>
              <a:t>https://www.nature.com/articles/bjc2013268#Tab1</a:t>
            </a:r>
            <a:endParaRPr sz="1200"/>
          </a:p>
          <a:p>
            <a:pPr indent="-261620" lvl="0" marL="457200" rtl="0" algn="l">
              <a:spcBef>
                <a:spcPts val="0"/>
              </a:spcBef>
              <a:spcAft>
                <a:spcPts val="0"/>
              </a:spcAft>
              <a:buSzPts val="520"/>
              <a:buAutoNum type="arabicPeriod"/>
            </a:pPr>
            <a:r>
              <a:rPr lang="en" sz="1420" u="sng">
                <a:solidFill>
                  <a:schemeClr val="hlink"/>
                </a:solidFill>
                <a:hlinkClick r:id="rId10"/>
              </a:rPr>
              <a:t>https://www.sanger.ac.uk/news_item/1-10-mutations-are-needed-drive-cancer-scientists-find/</a:t>
            </a:r>
            <a:endParaRPr sz="1420"/>
          </a:p>
          <a:p>
            <a:pPr indent="-261620" lvl="0" marL="457200" rtl="0" algn="l">
              <a:spcBef>
                <a:spcPts val="0"/>
              </a:spcBef>
              <a:spcAft>
                <a:spcPts val="0"/>
              </a:spcAft>
              <a:buSzPts val="520"/>
              <a:buAutoNum type="arabicPeriod"/>
            </a:pPr>
            <a:r>
              <a:rPr lang="en" sz="1420" u="sng">
                <a:solidFill>
                  <a:schemeClr val="hlink"/>
                </a:solidFill>
                <a:hlinkClick r:id="rId11"/>
              </a:rPr>
              <a:t>https://ascopubs.org/doi/abs/10.1200/JCO.2018.36.15_suppl.12045</a:t>
            </a:r>
            <a:endParaRPr sz="142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58"/>
          <p:cNvSpPr txBox="1"/>
          <p:nvPr>
            <p:ph type="title"/>
          </p:nvPr>
        </p:nvSpPr>
        <p:spPr>
          <a:xfrm>
            <a:off x="362100" y="492175"/>
            <a:ext cx="9990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Bibliography: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59"/>
          <p:cNvSpPr txBox="1"/>
          <p:nvPr>
            <p:ph type="ctrTitle"/>
          </p:nvPr>
        </p:nvSpPr>
        <p:spPr>
          <a:xfrm>
            <a:off x="2127150" y="1152444"/>
            <a:ext cx="6437700" cy="12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950" name="Google Shape;1950;p59"/>
          <p:cNvSpPr txBox="1"/>
          <p:nvPr/>
        </p:nvSpPr>
        <p:spPr>
          <a:xfrm>
            <a:off x="3846000" y="6049056"/>
            <a:ext cx="30000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Please keep this slide for attribution</a:t>
            </a:r>
            <a:endParaRPr sz="1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51" name="Google Shape;1951;p59"/>
          <p:cNvGrpSpPr/>
          <p:nvPr/>
        </p:nvGrpSpPr>
        <p:grpSpPr>
          <a:xfrm flipH="1">
            <a:off x="553128" y="2786755"/>
            <a:ext cx="2127041" cy="4067258"/>
            <a:chOff x="3703215" y="4061101"/>
            <a:chExt cx="1289350" cy="2465304"/>
          </a:xfrm>
        </p:grpSpPr>
        <p:sp>
          <p:nvSpPr>
            <p:cNvPr id="1952" name="Google Shape;1952;p59"/>
            <p:cNvSpPr/>
            <p:nvPr/>
          </p:nvSpPr>
          <p:spPr>
            <a:xfrm>
              <a:off x="4031584" y="6376707"/>
              <a:ext cx="709652" cy="149697"/>
            </a:xfrm>
            <a:custGeom>
              <a:rect b="b" l="l" r="r" t="t"/>
              <a:pathLst>
                <a:path extrusionOk="0" h="5497" w="26059">
                  <a:moveTo>
                    <a:pt x="13029" y="0"/>
                  </a:moveTo>
                  <a:cubicBezTo>
                    <a:pt x="5834" y="0"/>
                    <a:pt x="0" y="1232"/>
                    <a:pt x="0" y="2746"/>
                  </a:cubicBezTo>
                  <a:cubicBezTo>
                    <a:pt x="0" y="4265"/>
                    <a:pt x="5834" y="5496"/>
                    <a:pt x="13029" y="5496"/>
                  </a:cubicBezTo>
                  <a:cubicBezTo>
                    <a:pt x="20225" y="5496"/>
                    <a:pt x="26058" y="4265"/>
                    <a:pt x="26058" y="2746"/>
                  </a:cubicBezTo>
                  <a:cubicBezTo>
                    <a:pt x="26058" y="1232"/>
                    <a:pt x="20225" y="0"/>
                    <a:pt x="130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59"/>
            <p:cNvSpPr/>
            <p:nvPr/>
          </p:nvSpPr>
          <p:spPr>
            <a:xfrm>
              <a:off x="4330298" y="4354912"/>
              <a:ext cx="272434" cy="225158"/>
            </a:xfrm>
            <a:custGeom>
              <a:rect b="b" l="l" r="r" t="t"/>
              <a:pathLst>
                <a:path extrusionOk="0" h="8268" w="10004">
                  <a:moveTo>
                    <a:pt x="7027" y="0"/>
                  </a:moveTo>
                  <a:cubicBezTo>
                    <a:pt x="5775" y="0"/>
                    <a:pt x="3382" y="3315"/>
                    <a:pt x="3382" y="3315"/>
                  </a:cubicBezTo>
                  <a:cubicBezTo>
                    <a:pt x="3382" y="3315"/>
                    <a:pt x="4228" y="5864"/>
                    <a:pt x="3342" y="6225"/>
                  </a:cubicBezTo>
                  <a:cubicBezTo>
                    <a:pt x="2462" y="6592"/>
                    <a:pt x="365" y="6670"/>
                    <a:pt x="145" y="7075"/>
                  </a:cubicBezTo>
                  <a:cubicBezTo>
                    <a:pt x="0" y="7341"/>
                    <a:pt x="2135" y="8268"/>
                    <a:pt x="5034" y="8268"/>
                  </a:cubicBezTo>
                  <a:cubicBezTo>
                    <a:pt x="6554" y="8268"/>
                    <a:pt x="8283" y="8013"/>
                    <a:pt x="10003" y="7276"/>
                  </a:cubicBezTo>
                  <a:cubicBezTo>
                    <a:pt x="10003" y="7276"/>
                    <a:pt x="7462" y="7115"/>
                    <a:pt x="7756" y="1981"/>
                  </a:cubicBezTo>
                  <a:cubicBezTo>
                    <a:pt x="7840" y="523"/>
                    <a:pt x="7523" y="0"/>
                    <a:pt x="7027" y="0"/>
                  </a:cubicBezTo>
                  <a:close/>
                </a:path>
              </a:pathLst>
            </a:custGeom>
            <a:solidFill>
              <a:srgbClr val="B25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59"/>
            <p:cNvSpPr/>
            <p:nvPr/>
          </p:nvSpPr>
          <p:spPr>
            <a:xfrm>
              <a:off x="4339802" y="4536444"/>
              <a:ext cx="237413" cy="336839"/>
            </a:xfrm>
            <a:custGeom>
              <a:rect b="b" l="l" r="r" t="t"/>
              <a:pathLst>
                <a:path extrusionOk="0" h="12369" w="8718">
                  <a:moveTo>
                    <a:pt x="8718" y="0"/>
                  </a:moveTo>
                  <a:lnTo>
                    <a:pt x="8718" y="0"/>
                  </a:lnTo>
                  <a:cubicBezTo>
                    <a:pt x="8717" y="0"/>
                    <a:pt x="7238" y="1205"/>
                    <a:pt x="4794" y="1205"/>
                  </a:cubicBezTo>
                  <a:cubicBezTo>
                    <a:pt x="3642" y="1205"/>
                    <a:pt x="2275" y="937"/>
                    <a:pt x="747" y="149"/>
                  </a:cubicBezTo>
                  <a:lnTo>
                    <a:pt x="1" y="11774"/>
                  </a:lnTo>
                  <a:lnTo>
                    <a:pt x="1566" y="12368"/>
                  </a:lnTo>
                  <a:lnTo>
                    <a:pt x="8718" y="0"/>
                  </a:lnTo>
                  <a:close/>
                </a:path>
              </a:pathLst>
            </a:custGeom>
            <a:solidFill>
              <a:srgbClr val="92DF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59"/>
            <p:cNvSpPr/>
            <p:nvPr/>
          </p:nvSpPr>
          <p:spPr>
            <a:xfrm>
              <a:off x="4331850" y="4658990"/>
              <a:ext cx="123690" cy="250621"/>
            </a:xfrm>
            <a:custGeom>
              <a:rect b="b" l="l" r="r" t="t"/>
              <a:pathLst>
                <a:path extrusionOk="0" h="9203" w="4542">
                  <a:moveTo>
                    <a:pt x="760" y="1"/>
                  </a:moveTo>
                  <a:lnTo>
                    <a:pt x="1" y="8604"/>
                  </a:lnTo>
                  <a:lnTo>
                    <a:pt x="1567" y="9202"/>
                  </a:lnTo>
                  <a:lnTo>
                    <a:pt x="4541" y="3231"/>
                  </a:lnTo>
                  <a:cubicBezTo>
                    <a:pt x="3274" y="2160"/>
                    <a:pt x="2011" y="1087"/>
                    <a:pt x="7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59"/>
            <p:cNvSpPr/>
            <p:nvPr/>
          </p:nvSpPr>
          <p:spPr>
            <a:xfrm>
              <a:off x="4199990" y="4074254"/>
              <a:ext cx="268485" cy="386375"/>
            </a:xfrm>
            <a:custGeom>
              <a:rect b="b" l="l" r="r" t="t"/>
              <a:pathLst>
                <a:path extrusionOk="0" h="14188" w="9859">
                  <a:moveTo>
                    <a:pt x="8142" y="0"/>
                  </a:moveTo>
                  <a:cubicBezTo>
                    <a:pt x="7387" y="0"/>
                    <a:pt x="6416" y="138"/>
                    <a:pt x="5295" y="604"/>
                  </a:cubicBezTo>
                  <a:cubicBezTo>
                    <a:pt x="2274" y="1862"/>
                    <a:pt x="0" y="6547"/>
                    <a:pt x="2798" y="14187"/>
                  </a:cubicBezTo>
                  <a:cubicBezTo>
                    <a:pt x="2798" y="14187"/>
                    <a:pt x="3973" y="13742"/>
                    <a:pt x="6181" y="13459"/>
                  </a:cubicBezTo>
                  <a:cubicBezTo>
                    <a:pt x="8387" y="13176"/>
                    <a:pt x="9859" y="281"/>
                    <a:pt x="9859" y="281"/>
                  </a:cubicBezTo>
                  <a:cubicBezTo>
                    <a:pt x="9859" y="281"/>
                    <a:pt x="9221" y="0"/>
                    <a:pt x="8142" y="0"/>
                  </a:cubicBezTo>
                  <a:close/>
                </a:path>
              </a:pathLst>
            </a:custGeom>
            <a:solidFill>
              <a:srgbClr val="0615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59"/>
            <p:cNvSpPr/>
            <p:nvPr/>
          </p:nvSpPr>
          <p:spPr>
            <a:xfrm>
              <a:off x="4279836" y="4140238"/>
              <a:ext cx="280767" cy="341278"/>
            </a:xfrm>
            <a:custGeom>
              <a:rect b="b" l="l" r="r" t="t"/>
              <a:pathLst>
                <a:path extrusionOk="0" h="12532" w="10310">
                  <a:moveTo>
                    <a:pt x="5802" y="1"/>
                  </a:moveTo>
                  <a:cubicBezTo>
                    <a:pt x="5132" y="1"/>
                    <a:pt x="1109" y="173"/>
                    <a:pt x="636" y="4286"/>
                  </a:cubicBezTo>
                  <a:cubicBezTo>
                    <a:pt x="0" y="9842"/>
                    <a:pt x="1806" y="12532"/>
                    <a:pt x="4804" y="12532"/>
                  </a:cubicBezTo>
                  <a:cubicBezTo>
                    <a:pt x="5015" y="12532"/>
                    <a:pt x="5232" y="12519"/>
                    <a:pt x="5455" y="12492"/>
                  </a:cubicBezTo>
                  <a:cubicBezTo>
                    <a:pt x="8839" y="12087"/>
                    <a:pt x="10310" y="8853"/>
                    <a:pt x="10164" y="5175"/>
                  </a:cubicBezTo>
                  <a:cubicBezTo>
                    <a:pt x="10015" y="1497"/>
                    <a:pt x="9133" y="525"/>
                    <a:pt x="5896" y="2"/>
                  </a:cubicBezTo>
                  <a:cubicBezTo>
                    <a:pt x="5896" y="2"/>
                    <a:pt x="5863" y="1"/>
                    <a:pt x="5802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59"/>
            <p:cNvSpPr/>
            <p:nvPr/>
          </p:nvSpPr>
          <p:spPr>
            <a:xfrm>
              <a:off x="4345248" y="4061101"/>
              <a:ext cx="325701" cy="408297"/>
            </a:xfrm>
            <a:custGeom>
              <a:rect b="b" l="l" r="r" t="t"/>
              <a:pathLst>
                <a:path extrusionOk="0" h="14993" w="11960">
                  <a:moveTo>
                    <a:pt x="5888" y="1"/>
                  </a:moveTo>
                  <a:cubicBezTo>
                    <a:pt x="5775" y="1"/>
                    <a:pt x="5678" y="15"/>
                    <a:pt x="5571" y="20"/>
                  </a:cubicBezTo>
                  <a:cubicBezTo>
                    <a:pt x="4993" y="76"/>
                    <a:pt x="4454" y="185"/>
                    <a:pt x="3970" y="335"/>
                  </a:cubicBezTo>
                  <a:cubicBezTo>
                    <a:pt x="3608" y="450"/>
                    <a:pt x="3278" y="591"/>
                    <a:pt x="2991" y="752"/>
                  </a:cubicBezTo>
                  <a:cubicBezTo>
                    <a:pt x="2203" y="1067"/>
                    <a:pt x="1468" y="1563"/>
                    <a:pt x="1102" y="2342"/>
                  </a:cubicBezTo>
                  <a:cubicBezTo>
                    <a:pt x="1" y="4686"/>
                    <a:pt x="1838" y="7030"/>
                    <a:pt x="4155" y="7597"/>
                  </a:cubicBezTo>
                  <a:cubicBezTo>
                    <a:pt x="6472" y="8163"/>
                    <a:pt x="6987" y="9336"/>
                    <a:pt x="6987" y="11397"/>
                  </a:cubicBezTo>
                  <a:cubicBezTo>
                    <a:pt x="6987" y="13459"/>
                    <a:pt x="5811" y="14993"/>
                    <a:pt x="5811" y="14993"/>
                  </a:cubicBezTo>
                  <a:cubicBezTo>
                    <a:pt x="5811" y="14993"/>
                    <a:pt x="6684" y="14918"/>
                    <a:pt x="7806" y="14674"/>
                  </a:cubicBezTo>
                  <a:cubicBezTo>
                    <a:pt x="8002" y="13820"/>
                    <a:pt x="8164" y="12931"/>
                    <a:pt x="8164" y="12931"/>
                  </a:cubicBezTo>
                  <a:lnTo>
                    <a:pt x="8164" y="12931"/>
                  </a:lnTo>
                  <a:cubicBezTo>
                    <a:pt x="8164" y="13470"/>
                    <a:pt x="8128" y="14111"/>
                    <a:pt x="8089" y="14612"/>
                  </a:cubicBezTo>
                  <a:cubicBezTo>
                    <a:pt x="8561" y="14501"/>
                    <a:pt x="9068" y="14363"/>
                    <a:pt x="9564" y="14187"/>
                  </a:cubicBezTo>
                  <a:cubicBezTo>
                    <a:pt x="9859" y="13254"/>
                    <a:pt x="9930" y="12204"/>
                    <a:pt x="9930" y="12204"/>
                  </a:cubicBezTo>
                  <a:lnTo>
                    <a:pt x="9930" y="12204"/>
                  </a:lnTo>
                  <a:cubicBezTo>
                    <a:pt x="9969" y="12907"/>
                    <a:pt x="9894" y="13597"/>
                    <a:pt x="9816" y="14096"/>
                  </a:cubicBezTo>
                  <a:cubicBezTo>
                    <a:pt x="10233" y="13935"/>
                    <a:pt x="10634" y="13753"/>
                    <a:pt x="10996" y="13537"/>
                  </a:cubicBezTo>
                  <a:cubicBezTo>
                    <a:pt x="10996" y="13537"/>
                    <a:pt x="11960" y="10016"/>
                    <a:pt x="10996" y="5654"/>
                  </a:cubicBezTo>
                  <a:cubicBezTo>
                    <a:pt x="10980" y="5575"/>
                    <a:pt x="10956" y="5496"/>
                    <a:pt x="10941" y="5418"/>
                  </a:cubicBezTo>
                  <a:lnTo>
                    <a:pt x="10941" y="5418"/>
                  </a:lnTo>
                  <a:lnTo>
                    <a:pt x="10956" y="5477"/>
                  </a:lnTo>
                  <a:cubicBezTo>
                    <a:pt x="10960" y="5492"/>
                    <a:pt x="10972" y="5524"/>
                    <a:pt x="10972" y="5524"/>
                  </a:cubicBezTo>
                  <a:lnTo>
                    <a:pt x="10984" y="5583"/>
                  </a:lnTo>
                  <a:lnTo>
                    <a:pt x="11036" y="5815"/>
                  </a:lnTo>
                  <a:cubicBezTo>
                    <a:pt x="11102" y="6122"/>
                    <a:pt x="11165" y="6425"/>
                    <a:pt x="11232" y="6723"/>
                  </a:cubicBezTo>
                  <a:cubicBezTo>
                    <a:pt x="11307" y="7023"/>
                    <a:pt x="11338" y="7322"/>
                    <a:pt x="11377" y="7613"/>
                  </a:cubicBezTo>
                  <a:cubicBezTo>
                    <a:pt x="11417" y="7908"/>
                    <a:pt x="11456" y="8195"/>
                    <a:pt x="11495" y="8470"/>
                  </a:cubicBezTo>
                  <a:cubicBezTo>
                    <a:pt x="11523" y="8753"/>
                    <a:pt x="11531" y="9025"/>
                    <a:pt x="11550" y="9288"/>
                  </a:cubicBezTo>
                  <a:cubicBezTo>
                    <a:pt x="11566" y="9556"/>
                    <a:pt x="11597" y="9812"/>
                    <a:pt x="11590" y="10056"/>
                  </a:cubicBezTo>
                  <a:cubicBezTo>
                    <a:pt x="11586" y="10547"/>
                    <a:pt x="11610" y="11000"/>
                    <a:pt x="11582" y="11401"/>
                  </a:cubicBezTo>
                  <a:cubicBezTo>
                    <a:pt x="11574" y="11602"/>
                    <a:pt x="11566" y="11790"/>
                    <a:pt x="11559" y="11963"/>
                  </a:cubicBezTo>
                  <a:cubicBezTo>
                    <a:pt x="11543" y="12137"/>
                    <a:pt x="11527" y="12294"/>
                    <a:pt x="11515" y="12440"/>
                  </a:cubicBezTo>
                  <a:cubicBezTo>
                    <a:pt x="11464" y="13014"/>
                    <a:pt x="11405" y="13341"/>
                    <a:pt x="11405" y="13341"/>
                  </a:cubicBezTo>
                  <a:cubicBezTo>
                    <a:pt x="11405" y="13341"/>
                    <a:pt x="11428" y="13261"/>
                    <a:pt x="11464" y="13108"/>
                  </a:cubicBezTo>
                  <a:cubicBezTo>
                    <a:pt x="11495" y="12959"/>
                    <a:pt x="11559" y="12738"/>
                    <a:pt x="11602" y="12451"/>
                  </a:cubicBezTo>
                  <a:cubicBezTo>
                    <a:pt x="11626" y="12310"/>
                    <a:pt x="11653" y="12148"/>
                    <a:pt x="11684" y="11975"/>
                  </a:cubicBezTo>
                  <a:cubicBezTo>
                    <a:pt x="11704" y="11803"/>
                    <a:pt x="11728" y="11618"/>
                    <a:pt x="11751" y="11413"/>
                  </a:cubicBezTo>
                  <a:cubicBezTo>
                    <a:pt x="11815" y="11012"/>
                    <a:pt x="11826" y="10556"/>
                    <a:pt x="11853" y="10060"/>
                  </a:cubicBezTo>
                  <a:cubicBezTo>
                    <a:pt x="11877" y="9808"/>
                    <a:pt x="11857" y="9548"/>
                    <a:pt x="11857" y="9281"/>
                  </a:cubicBezTo>
                  <a:cubicBezTo>
                    <a:pt x="11853" y="9009"/>
                    <a:pt x="11853" y="8730"/>
                    <a:pt x="11838" y="8446"/>
                  </a:cubicBezTo>
                  <a:cubicBezTo>
                    <a:pt x="11810" y="8159"/>
                    <a:pt x="11782" y="7865"/>
                    <a:pt x="11755" y="7565"/>
                  </a:cubicBezTo>
                  <a:cubicBezTo>
                    <a:pt x="11728" y="7266"/>
                    <a:pt x="11700" y="6959"/>
                    <a:pt x="11630" y="6652"/>
                  </a:cubicBezTo>
                  <a:cubicBezTo>
                    <a:pt x="11570" y="6346"/>
                    <a:pt x="11512" y="6031"/>
                    <a:pt x="11452" y="5717"/>
                  </a:cubicBezTo>
                  <a:lnTo>
                    <a:pt x="11405" y="5477"/>
                  </a:lnTo>
                  <a:lnTo>
                    <a:pt x="11397" y="5418"/>
                  </a:lnTo>
                  <a:cubicBezTo>
                    <a:pt x="11385" y="5378"/>
                    <a:pt x="11381" y="5374"/>
                    <a:pt x="11377" y="5351"/>
                  </a:cubicBezTo>
                  <a:lnTo>
                    <a:pt x="11343" y="5232"/>
                  </a:lnTo>
                  <a:cubicBezTo>
                    <a:pt x="11299" y="5080"/>
                    <a:pt x="11252" y="4922"/>
                    <a:pt x="11208" y="4769"/>
                  </a:cubicBezTo>
                  <a:cubicBezTo>
                    <a:pt x="11130" y="4457"/>
                    <a:pt x="10976" y="4139"/>
                    <a:pt x="10858" y="3825"/>
                  </a:cubicBezTo>
                  <a:cubicBezTo>
                    <a:pt x="10800" y="3660"/>
                    <a:pt x="10713" y="3513"/>
                    <a:pt x="10634" y="3364"/>
                  </a:cubicBezTo>
                  <a:cubicBezTo>
                    <a:pt x="10555" y="3215"/>
                    <a:pt x="10481" y="3061"/>
                    <a:pt x="10394" y="2912"/>
                  </a:cubicBezTo>
                  <a:cubicBezTo>
                    <a:pt x="10028" y="2338"/>
                    <a:pt x="9591" y="1802"/>
                    <a:pt x="9084" y="1354"/>
                  </a:cubicBezTo>
                  <a:cubicBezTo>
                    <a:pt x="8572" y="913"/>
                    <a:pt x="7991" y="575"/>
                    <a:pt x="7396" y="339"/>
                  </a:cubicBezTo>
                  <a:cubicBezTo>
                    <a:pt x="7247" y="276"/>
                    <a:pt x="7094" y="237"/>
                    <a:pt x="6944" y="181"/>
                  </a:cubicBezTo>
                  <a:cubicBezTo>
                    <a:pt x="6791" y="146"/>
                    <a:pt x="6641" y="99"/>
                    <a:pt x="6488" y="72"/>
                  </a:cubicBezTo>
                  <a:cubicBezTo>
                    <a:pt x="6334" y="44"/>
                    <a:pt x="6185" y="20"/>
                    <a:pt x="6032" y="9"/>
                  </a:cubicBezTo>
                  <a:cubicBezTo>
                    <a:pt x="5980" y="3"/>
                    <a:pt x="5933" y="1"/>
                    <a:pt x="5888" y="1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59"/>
            <p:cNvSpPr/>
            <p:nvPr/>
          </p:nvSpPr>
          <p:spPr>
            <a:xfrm>
              <a:off x="4298136" y="4260116"/>
              <a:ext cx="70178" cy="31018"/>
            </a:xfrm>
            <a:custGeom>
              <a:rect b="b" l="l" r="r" t="t"/>
              <a:pathLst>
                <a:path extrusionOk="0" h="1139" w="2577">
                  <a:moveTo>
                    <a:pt x="1253" y="1"/>
                  </a:moveTo>
                  <a:cubicBezTo>
                    <a:pt x="1229" y="1"/>
                    <a:pt x="1205" y="2"/>
                    <a:pt x="1180" y="5"/>
                  </a:cubicBezTo>
                  <a:lnTo>
                    <a:pt x="1007" y="25"/>
                  </a:lnTo>
                  <a:cubicBezTo>
                    <a:pt x="948" y="37"/>
                    <a:pt x="893" y="57"/>
                    <a:pt x="838" y="72"/>
                  </a:cubicBezTo>
                  <a:cubicBezTo>
                    <a:pt x="723" y="100"/>
                    <a:pt x="629" y="171"/>
                    <a:pt x="539" y="226"/>
                  </a:cubicBezTo>
                  <a:cubicBezTo>
                    <a:pt x="445" y="281"/>
                    <a:pt x="382" y="359"/>
                    <a:pt x="311" y="426"/>
                  </a:cubicBezTo>
                  <a:cubicBezTo>
                    <a:pt x="244" y="490"/>
                    <a:pt x="204" y="577"/>
                    <a:pt x="162" y="639"/>
                  </a:cubicBezTo>
                  <a:cubicBezTo>
                    <a:pt x="122" y="710"/>
                    <a:pt x="86" y="773"/>
                    <a:pt x="71" y="836"/>
                  </a:cubicBezTo>
                  <a:cubicBezTo>
                    <a:pt x="51" y="899"/>
                    <a:pt x="39" y="954"/>
                    <a:pt x="27" y="997"/>
                  </a:cubicBezTo>
                  <a:cubicBezTo>
                    <a:pt x="8" y="1084"/>
                    <a:pt x="0" y="1138"/>
                    <a:pt x="0" y="1138"/>
                  </a:cubicBezTo>
                  <a:cubicBezTo>
                    <a:pt x="0" y="1138"/>
                    <a:pt x="51" y="1111"/>
                    <a:pt x="126" y="1064"/>
                  </a:cubicBezTo>
                  <a:cubicBezTo>
                    <a:pt x="162" y="1040"/>
                    <a:pt x="209" y="1013"/>
                    <a:pt x="251" y="978"/>
                  </a:cubicBezTo>
                  <a:cubicBezTo>
                    <a:pt x="298" y="942"/>
                    <a:pt x="358" y="915"/>
                    <a:pt x="416" y="879"/>
                  </a:cubicBezTo>
                  <a:cubicBezTo>
                    <a:pt x="476" y="851"/>
                    <a:pt x="527" y="800"/>
                    <a:pt x="598" y="777"/>
                  </a:cubicBezTo>
                  <a:cubicBezTo>
                    <a:pt x="665" y="753"/>
                    <a:pt x="723" y="710"/>
                    <a:pt x="794" y="695"/>
                  </a:cubicBezTo>
                  <a:cubicBezTo>
                    <a:pt x="865" y="675"/>
                    <a:pt x="928" y="639"/>
                    <a:pt x="999" y="635"/>
                  </a:cubicBezTo>
                  <a:cubicBezTo>
                    <a:pt x="1035" y="628"/>
                    <a:pt x="1070" y="624"/>
                    <a:pt x="1106" y="611"/>
                  </a:cubicBezTo>
                  <a:lnTo>
                    <a:pt x="1215" y="608"/>
                  </a:lnTo>
                  <a:cubicBezTo>
                    <a:pt x="1236" y="603"/>
                    <a:pt x="1257" y="601"/>
                    <a:pt x="1278" y="601"/>
                  </a:cubicBezTo>
                  <a:cubicBezTo>
                    <a:pt x="1294" y="601"/>
                    <a:pt x="1309" y="602"/>
                    <a:pt x="1326" y="604"/>
                  </a:cubicBezTo>
                  <a:cubicBezTo>
                    <a:pt x="1343" y="606"/>
                    <a:pt x="1362" y="606"/>
                    <a:pt x="1381" y="606"/>
                  </a:cubicBezTo>
                  <a:cubicBezTo>
                    <a:pt x="1399" y="606"/>
                    <a:pt x="1418" y="606"/>
                    <a:pt x="1436" y="608"/>
                  </a:cubicBezTo>
                  <a:cubicBezTo>
                    <a:pt x="1514" y="619"/>
                    <a:pt x="1589" y="615"/>
                    <a:pt x="1664" y="635"/>
                  </a:cubicBezTo>
                  <a:cubicBezTo>
                    <a:pt x="1743" y="647"/>
                    <a:pt x="1818" y="662"/>
                    <a:pt x="1892" y="679"/>
                  </a:cubicBezTo>
                  <a:cubicBezTo>
                    <a:pt x="1967" y="695"/>
                    <a:pt x="2034" y="718"/>
                    <a:pt x="2101" y="730"/>
                  </a:cubicBezTo>
                  <a:cubicBezTo>
                    <a:pt x="2388" y="804"/>
                    <a:pt x="2577" y="855"/>
                    <a:pt x="2577" y="855"/>
                  </a:cubicBezTo>
                  <a:cubicBezTo>
                    <a:pt x="2577" y="855"/>
                    <a:pt x="2561" y="804"/>
                    <a:pt x="2510" y="726"/>
                  </a:cubicBezTo>
                  <a:cubicBezTo>
                    <a:pt x="2466" y="643"/>
                    <a:pt x="2388" y="541"/>
                    <a:pt x="2277" y="430"/>
                  </a:cubicBezTo>
                  <a:cubicBezTo>
                    <a:pt x="2219" y="379"/>
                    <a:pt x="2156" y="321"/>
                    <a:pt x="2081" y="270"/>
                  </a:cubicBezTo>
                  <a:cubicBezTo>
                    <a:pt x="2006" y="218"/>
                    <a:pt x="1920" y="167"/>
                    <a:pt x="1825" y="128"/>
                  </a:cubicBezTo>
                  <a:cubicBezTo>
                    <a:pt x="1734" y="81"/>
                    <a:pt x="1629" y="57"/>
                    <a:pt x="1522" y="29"/>
                  </a:cubicBezTo>
                  <a:cubicBezTo>
                    <a:pt x="1435" y="20"/>
                    <a:pt x="1345" y="1"/>
                    <a:pt x="1253" y="1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59"/>
            <p:cNvSpPr/>
            <p:nvPr/>
          </p:nvSpPr>
          <p:spPr>
            <a:xfrm>
              <a:off x="4398597" y="4255731"/>
              <a:ext cx="70096" cy="30909"/>
            </a:xfrm>
            <a:custGeom>
              <a:rect b="b" l="l" r="r" t="t"/>
              <a:pathLst>
                <a:path extrusionOk="0" h="1135" w="2574">
                  <a:moveTo>
                    <a:pt x="1257" y="1"/>
                  </a:moveTo>
                  <a:cubicBezTo>
                    <a:pt x="1232" y="1"/>
                    <a:pt x="1206" y="2"/>
                    <a:pt x="1181" y="6"/>
                  </a:cubicBezTo>
                  <a:lnTo>
                    <a:pt x="1004" y="25"/>
                  </a:lnTo>
                  <a:cubicBezTo>
                    <a:pt x="949" y="37"/>
                    <a:pt x="894" y="57"/>
                    <a:pt x="834" y="72"/>
                  </a:cubicBezTo>
                  <a:cubicBezTo>
                    <a:pt x="725" y="100"/>
                    <a:pt x="630" y="171"/>
                    <a:pt x="536" y="222"/>
                  </a:cubicBezTo>
                  <a:cubicBezTo>
                    <a:pt x="445" y="277"/>
                    <a:pt x="378" y="360"/>
                    <a:pt x="311" y="426"/>
                  </a:cubicBezTo>
                  <a:cubicBezTo>
                    <a:pt x="241" y="489"/>
                    <a:pt x="206" y="576"/>
                    <a:pt x="162" y="638"/>
                  </a:cubicBezTo>
                  <a:cubicBezTo>
                    <a:pt x="119" y="709"/>
                    <a:pt x="88" y="772"/>
                    <a:pt x="72" y="836"/>
                  </a:cubicBezTo>
                  <a:cubicBezTo>
                    <a:pt x="48" y="894"/>
                    <a:pt x="37" y="950"/>
                    <a:pt x="24" y="997"/>
                  </a:cubicBezTo>
                  <a:cubicBezTo>
                    <a:pt x="5" y="1083"/>
                    <a:pt x="1" y="1134"/>
                    <a:pt x="1" y="1134"/>
                  </a:cubicBezTo>
                  <a:cubicBezTo>
                    <a:pt x="1" y="1134"/>
                    <a:pt x="52" y="1110"/>
                    <a:pt x="123" y="1063"/>
                  </a:cubicBezTo>
                  <a:cubicBezTo>
                    <a:pt x="162" y="1040"/>
                    <a:pt x="206" y="1012"/>
                    <a:pt x="253" y="977"/>
                  </a:cubicBezTo>
                  <a:cubicBezTo>
                    <a:pt x="296" y="941"/>
                    <a:pt x="359" y="914"/>
                    <a:pt x="414" y="879"/>
                  </a:cubicBezTo>
                  <a:cubicBezTo>
                    <a:pt x="477" y="851"/>
                    <a:pt x="528" y="800"/>
                    <a:pt x="595" y="776"/>
                  </a:cubicBezTo>
                  <a:cubicBezTo>
                    <a:pt x="662" y="753"/>
                    <a:pt x="725" y="709"/>
                    <a:pt x="792" y="694"/>
                  </a:cubicBezTo>
                  <a:cubicBezTo>
                    <a:pt x="863" y="674"/>
                    <a:pt x="925" y="638"/>
                    <a:pt x="1000" y="635"/>
                  </a:cubicBezTo>
                  <a:cubicBezTo>
                    <a:pt x="1036" y="627"/>
                    <a:pt x="1070" y="623"/>
                    <a:pt x="1103" y="611"/>
                  </a:cubicBezTo>
                  <a:lnTo>
                    <a:pt x="1212" y="607"/>
                  </a:lnTo>
                  <a:cubicBezTo>
                    <a:pt x="1233" y="603"/>
                    <a:pt x="1255" y="601"/>
                    <a:pt x="1277" y="601"/>
                  </a:cubicBezTo>
                  <a:cubicBezTo>
                    <a:pt x="1293" y="601"/>
                    <a:pt x="1308" y="602"/>
                    <a:pt x="1323" y="603"/>
                  </a:cubicBezTo>
                  <a:cubicBezTo>
                    <a:pt x="1336" y="605"/>
                    <a:pt x="1348" y="605"/>
                    <a:pt x="1361" y="605"/>
                  </a:cubicBezTo>
                  <a:cubicBezTo>
                    <a:pt x="1386" y="605"/>
                    <a:pt x="1410" y="603"/>
                    <a:pt x="1437" y="603"/>
                  </a:cubicBezTo>
                  <a:cubicBezTo>
                    <a:pt x="1511" y="620"/>
                    <a:pt x="1590" y="615"/>
                    <a:pt x="1665" y="635"/>
                  </a:cubicBezTo>
                  <a:cubicBezTo>
                    <a:pt x="1740" y="647"/>
                    <a:pt x="1814" y="662"/>
                    <a:pt x="1889" y="678"/>
                  </a:cubicBezTo>
                  <a:cubicBezTo>
                    <a:pt x="1964" y="694"/>
                    <a:pt x="2034" y="714"/>
                    <a:pt x="2101" y="729"/>
                  </a:cubicBezTo>
                  <a:cubicBezTo>
                    <a:pt x="2385" y="804"/>
                    <a:pt x="2574" y="851"/>
                    <a:pt x="2574" y="851"/>
                  </a:cubicBezTo>
                  <a:cubicBezTo>
                    <a:pt x="2574" y="851"/>
                    <a:pt x="2557" y="800"/>
                    <a:pt x="2510" y="725"/>
                  </a:cubicBezTo>
                  <a:cubicBezTo>
                    <a:pt x="2463" y="643"/>
                    <a:pt x="2385" y="540"/>
                    <a:pt x="2274" y="431"/>
                  </a:cubicBezTo>
                  <a:cubicBezTo>
                    <a:pt x="2216" y="379"/>
                    <a:pt x="2156" y="316"/>
                    <a:pt x="2078" y="269"/>
                  </a:cubicBezTo>
                  <a:cubicBezTo>
                    <a:pt x="2003" y="218"/>
                    <a:pt x="1920" y="166"/>
                    <a:pt x="1826" y="128"/>
                  </a:cubicBezTo>
                  <a:cubicBezTo>
                    <a:pt x="1736" y="80"/>
                    <a:pt x="1626" y="57"/>
                    <a:pt x="1524" y="29"/>
                  </a:cubicBezTo>
                  <a:cubicBezTo>
                    <a:pt x="1434" y="20"/>
                    <a:pt x="1347" y="1"/>
                    <a:pt x="1257" y="1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59"/>
            <p:cNvSpPr/>
            <p:nvPr/>
          </p:nvSpPr>
          <p:spPr>
            <a:xfrm>
              <a:off x="4360471" y="4305893"/>
              <a:ext cx="30146" cy="80363"/>
            </a:xfrm>
            <a:custGeom>
              <a:rect b="b" l="l" r="r" t="t"/>
              <a:pathLst>
                <a:path extrusionOk="0" h="2951" w="1107">
                  <a:moveTo>
                    <a:pt x="783" y="0"/>
                  </a:moveTo>
                  <a:cubicBezTo>
                    <a:pt x="705" y="181"/>
                    <a:pt x="638" y="370"/>
                    <a:pt x="567" y="552"/>
                  </a:cubicBezTo>
                  <a:cubicBezTo>
                    <a:pt x="500" y="737"/>
                    <a:pt x="433" y="925"/>
                    <a:pt x="370" y="1110"/>
                  </a:cubicBezTo>
                  <a:cubicBezTo>
                    <a:pt x="248" y="1483"/>
                    <a:pt x="130" y="1857"/>
                    <a:pt x="20" y="2235"/>
                  </a:cubicBezTo>
                  <a:lnTo>
                    <a:pt x="1" y="2306"/>
                  </a:lnTo>
                  <a:lnTo>
                    <a:pt x="59" y="2345"/>
                  </a:lnTo>
                  <a:cubicBezTo>
                    <a:pt x="224" y="2460"/>
                    <a:pt x="393" y="2569"/>
                    <a:pt x="567" y="2672"/>
                  </a:cubicBezTo>
                  <a:cubicBezTo>
                    <a:pt x="740" y="2774"/>
                    <a:pt x="921" y="2868"/>
                    <a:pt x="1106" y="2951"/>
                  </a:cubicBezTo>
                  <a:cubicBezTo>
                    <a:pt x="960" y="2809"/>
                    <a:pt x="811" y="2672"/>
                    <a:pt x="653" y="2546"/>
                  </a:cubicBezTo>
                  <a:cubicBezTo>
                    <a:pt x="516" y="2435"/>
                    <a:pt x="374" y="2328"/>
                    <a:pt x="233" y="2226"/>
                  </a:cubicBezTo>
                  <a:lnTo>
                    <a:pt x="233" y="2226"/>
                  </a:lnTo>
                  <a:cubicBezTo>
                    <a:pt x="335" y="1871"/>
                    <a:pt x="435" y="1516"/>
                    <a:pt x="527" y="1157"/>
                  </a:cubicBezTo>
                  <a:cubicBezTo>
                    <a:pt x="575" y="964"/>
                    <a:pt x="622" y="775"/>
                    <a:pt x="665" y="583"/>
                  </a:cubicBezTo>
                  <a:cubicBezTo>
                    <a:pt x="705" y="390"/>
                    <a:pt x="747" y="198"/>
                    <a:pt x="783" y="0"/>
                  </a:cubicBezTo>
                  <a:close/>
                </a:path>
              </a:pathLst>
            </a:custGeom>
            <a:solidFill>
              <a:srgbClr val="8236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59"/>
            <p:cNvSpPr/>
            <p:nvPr/>
          </p:nvSpPr>
          <p:spPr>
            <a:xfrm>
              <a:off x="4375150" y="4402732"/>
              <a:ext cx="74917" cy="24237"/>
            </a:xfrm>
            <a:custGeom>
              <a:rect b="b" l="l" r="r" t="t"/>
              <a:pathLst>
                <a:path extrusionOk="0" h="890" w="2751">
                  <a:moveTo>
                    <a:pt x="2750" y="1"/>
                  </a:moveTo>
                  <a:lnTo>
                    <a:pt x="1" y="489"/>
                  </a:lnTo>
                  <a:cubicBezTo>
                    <a:pt x="471" y="781"/>
                    <a:pt x="882" y="889"/>
                    <a:pt x="1233" y="889"/>
                  </a:cubicBezTo>
                  <a:cubicBezTo>
                    <a:pt x="2238" y="889"/>
                    <a:pt x="2750" y="1"/>
                    <a:pt x="2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59"/>
            <p:cNvSpPr/>
            <p:nvPr/>
          </p:nvSpPr>
          <p:spPr>
            <a:xfrm>
              <a:off x="4325968" y="4307173"/>
              <a:ext cx="12146" cy="34967"/>
            </a:xfrm>
            <a:custGeom>
              <a:rect b="b" l="l" r="r" t="t"/>
              <a:pathLst>
                <a:path extrusionOk="0" h="1284" w="446">
                  <a:moveTo>
                    <a:pt x="221" y="0"/>
                  </a:moveTo>
                  <a:cubicBezTo>
                    <a:pt x="99" y="0"/>
                    <a:pt x="1" y="288"/>
                    <a:pt x="1" y="642"/>
                  </a:cubicBezTo>
                  <a:cubicBezTo>
                    <a:pt x="1" y="996"/>
                    <a:pt x="99" y="1283"/>
                    <a:pt x="221" y="1283"/>
                  </a:cubicBezTo>
                  <a:cubicBezTo>
                    <a:pt x="347" y="1283"/>
                    <a:pt x="445" y="996"/>
                    <a:pt x="445" y="642"/>
                  </a:cubicBezTo>
                  <a:cubicBezTo>
                    <a:pt x="445" y="288"/>
                    <a:pt x="347" y="0"/>
                    <a:pt x="221" y="0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59"/>
            <p:cNvSpPr/>
            <p:nvPr/>
          </p:nvSpPr>
          <p:spPr>
            <a:xfrm>
              <a:off x="4429261" y="4307173"/>
              <a:ext cx="12118" cy="34967"/>
            </a:xfrm>
            <a:custGeom>
              <a:rect b="b" l="l" r="r" t="t"/>
              <a:pathLst>
                <a:path extrusionOk="0" h="1284" w="445">
                  <a:moveTo>
                    <a:pt x="224" y="0"/>
                  </a:moveTo>
                  <a:cubicBezTo>
                    <a:pt x="102" y="0"/>
                    <a:pt x="0" y="288"/>
                    <a:pt x="0" y="642"/>
                  </a:cubicBezTo>
                  <a:cubicBezTo>
                    <a:pt x="0" y="996"/>
                    <a:pt x="102" y="1283"/>
                    <a:pt x="224" y="1283"/>
                  </a:cubicBezTo>
                  <a:cubicBezTo>
                    <a:pt x="346" y="1283"/>
                    <a:pt x="445" y="996"/>
                    <a:pt x="445" y="642"/>
                  </a:cubicBezTo>
                  <a:cubicBezTo>
                    <a:pt x="445" y="288"/>
                    <a:pt x="346" y="0"/>
                    <a:pt x="224" y="0"/>
                  </a:cubicBezTo>
                  <a:close/>
                </a:path>
              </a:pathLst>
            </a:custGeom>
            <a:solidFill>
              <a:srgbClr val="081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59"/>
            <p:cNvSpPr/>
            <p:nvPr/>
          </p:nvSpPr>
          <p:spPr>
            <a:xfrm>
              <a:off x="4121779" y="5973231"/>
              <a:ext cx="221128" cy="458541"/>
            </a:xfrm>
            <a:custGeom>
              <a:rect b="b" l="l" r="r" t="t"/>
              <a:pathLst>
                <a:path extrusionOk="0" h="16838" w="8120">
                  <a:moveTo>
                    <a:pt x="2798" y="0"/>
                  </a:moveTo>
                  <a:cubicBezTo>
                    <a:pt x="2383" y="0"/>
                    <a:pt x="2176" y="653"/>
                    <a:pt x="2337" y="2338"/>
                  </a:cubicBezTo>
                  <a:cubicBezTo>
                    <a:pt x="3045" y="9805"/>
                    <a:pt x="4107" y="15477"/>
                    <a:pt x="4107" y="15477"/>
                  </a:cubicBezTo>
                  <a:cubicBezTo>
                    <a:pt x="0" y="16507"/>
                    <a:pt x="264" y="16837"/>
                    <a:pt x="1800" y="16837"/>
                  </a:cubicBezTo>
                  <a:cubicBezTo>
                    <a:pt x="3215" y="16837"/>
                    <a:pt x="5709" y="16557"/>
                    <a:pt x="6858" y="16287"/>
                  </a:cubicBezTo>
                  <a:cubicBezTo>
                    <a:pt x="7558" y="16122"/>
                    <a:pt x="8120" y="7688"/>
                    <a:pt x="8120" y="7688"/>
                  </a:cubicBezTo>
                  <a:cubicBezTo>
                    <a:pt x="8120" y="7688"/>
                    <a:pt x="4225" y="0"/>
                    <a:pt x="2798" y="0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59"/>
            <p:cNvSpPr/>
            <p:nvPr/>
          </p:nvSpPr>
          <p:spPr>
            <a:xfrm>
              <a:off x="4181036" y="5973231"/>
              <a:ext cx="161870" cy="351245"/>
            </a:xfrm>
            <a:custGeom>
              <a:rect b="b" l="l" r="r" t="t"/>
              <a:pathLst>
                <a:path extrusionOk="0" h="12898" w="5944">
                  <a:moveTo>
                    <a:pt x="622" y="0"/>
                  </a:moveTo>
                  <a:cubicBezTo>
                    <a:pt x="207" y="0"/>
                    <a:pt x="0" y="653"/>
                    <a:pt x="161" y="2338"/>
                  </a:cubicBezTo>
                  <a:cubicBezTo>
                    <a:pt x="582" y="6752"/>
                    <a:pt x="1121" y="10537"/>
                    <a:pt x="1495" y="12897"/>
                  </a:cubicBezTo>
                  <a:cubicBezTo>
                    <a:pt x="3009" y="12634"/>
                    <a:pt x="4469" y="12126"/>
                    <a:pt x="5645" y="11229"/>
                  </a:cubicBezTo>
                  <a:cubicBezTo>
                    <a:pt x="5831" y="9360"/>
                    <a:pt x="5944" y="7688"/>
                    <a:pt x="5944" y="7688"/>
                  </a:cubicBezTo>
                  <a:cubicBezTo>
                    <a:pt x="5944" y="7688"/>
                    <a:pt x="2049" y="0"/>
                    <a:pt x="622" y="0"/>
                  </a:cubicBezTo>
                  <a:close/>
                </a:path>
              </a:pathLst>
            </a:custGeom>
            <a:solidFill>
              <a:srgbClr val="B25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59"/>
            <p:cNvSpPr/>
            <p:nvPr/>
          </p:nvSpPr>
          <p:spPr>
            <a:xfrm>
              <a:off x="4107590" y="6395552"/>
              <a:ext cx="212414" cy="41339"/>
            </a:xfrm>
            <a:custGeom>
              <a:rect b="b" l="l" r="r" t="t"/>
              <a:pathLst>
                <a:path extrusionOk="0" h="1518" w="7800">
                  <a:moveTo>
                    <a:pt x="7800" y="0"/>
                  </a:moveTo>
                  <a:lnTo>
                    <a:pt x="7800" y="0"/>
                  </a:lnTo>
                  <a:cubicBezTo>
                    <a:pt x="5317" y="535"/>
                    <a:pt x="4092" y="699"/>
                    <a:pt x="3522" y="699"/>
                  </a:cubicBezTo>
                  <a:cubicBezTo>
                    <a:pt x="2620" y="699"/>
                    <a:pt x="3362" y="289"/>
                    <a:pt x="3362" y="288"/>
                  </a:cubicBezTo>
                  <a:lnTo>
                    <a:pt x="3362" y="288"/>
                  </a:lnTo>
                  <a:cubicBezTo>
                    <a:pt x="1" y="1266"/>
                    <a:pt x="865" y="1517"/>
                    <a:pt x="2637" y="1517"/>
                  </a:cubicBezTo>
                  <a:cubicBezTo>
                    <a:pt x="4451" y="1517"/>
                    <a:pt x="7217" y="1254"/>
                    <a:pt x="7379" y="1236"/>
                  </a:cubicBezTo>
                  <a:cubicBezTo>
                    <a:pt x="7697" y="1200"/>
                    <a:pt x="7800" y="1"/>
                    <a:pt x="7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59"/>
            <p:cNvSpPr/>
            <p:nvPr/>
          </p:nvSpPr>
          <p:spPr>
            <a:xfrm>
              <a:off x="4134115" y="5516133"/>
              <a:ext cx="343674" cy="763953"/>
            </a:xfrm>
            <a:custGeom>
              <a:rect b="b" l="l" r="r" t="t"/>
              <a:pathLst>
                <a:path extrusionOk="0" h="28053" w="12620">
                  <a:moveTo>
                    <a:pt x="12620" y="0"/>
                  </a:moveTo>
                  <a:cubicBezTo>
                    <a:pt x="9500" y="56"/>
                    <a:pt x="6405" y="245"/>
                    <a:pt x="3289" y="402"/>
                  </a:cubicBezTo>
                  <a:cubicBezTo>
                    <a:pt x="2294" y="448"/>
                    <a:pt x="1294" y="482"/>
                    <a:pt x="295" y="482"/>
                  </a:cubicBezTo>
                  <a:cubicBezTo>
                    <a:pt x="197" y="482"/>
                    <a:pt x="99" y="482"/>
                    <a:pt x="1" y="481"/>
                  </a:cubicBezTo>
                  <a:lnTo>
                    <a:pt x="1" y="481"/>
                  </a:lnTo>
                  <a:cubicBezTo>
                    <a:pt x="213" y="13332"/>
                    <a:pt x="1653" y="27475"/>
                    <a:pt x="1653" y="27475"/>
                  </a:cubicBezTo>
                  <a:cubicBezTo>
                    <a:pt x="2540" y="27902"/>
                    <a:pt x="3496" y="28052"/>
                    <a:pt x="4405" y="28052"/>
                  </a:cubicBezTo>
                  <a:cubicBezTo>
                    <a:pt x="6586" y="28052"/>
                    <a:pt x="8489" y="27184"/>
                    <a:pt x="8489" y="27184"/>
                  </a:cubicBezTo>
                  <a:cubicBezTo>
                    <a:pt x="8489" y="27184"/>
                    <a:pt x="10960" y="9060"/>
                    <a:pt x="12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59"/>
            <p:cNvSpPr/>
            <p:nvPr/>
          </p:nvSpPr>
          <p:spPr>
            <a:xfrm>
              <a:off x="4373134" y="6018110"/>
              <a:ext cx="221237" cy="458568"/>
            </a:xfrm>
            <a:custGeom>
              <a:rect b="b" l="l" r="r" t="t"/>
              <a:pathLst>
                <a:path extrusionOk="0" h="16839" w="8124">
                  <a:moveTo>
                    <a:pt x="2802" y="1"/>
                  </a:moveTo>
                  <a:cubicBezTo>
                    <a:pt x="2386" y="1"/>
                    <a:pt x="2180" y="653"/>
                    <a:pt x="2341" y="2338"/>
                  </a:cubicBezTo>
                  <a:cubicBezTo>
                    <a:pt x="3049" y="9809"/>
                    <a:pt x="4111" y="15478"/>
                    <a:pt x="4111" y="15478"/>
                  </a:cubicBezTo>
                  <a:cubicBezTo>
                    <a:pt x="0" y="16508"/>
                    <a:pt x="268" y="16839"/>
                    <a:pt x="1806" y="16839"/>
                  </a:cubicBezTo>
                  <a:cubicBezTo>
                    <a:pt x="3222" y="16839"/>
                    <a:pt x="5712" y="16559"/>
                    <a:pt x="6860" y="16288"/>
                  </a:cubicBezTo>
                  <a:cubicBezTo>
                    <a:pt x="7561" y="16123"/>
                    <a:pt x="8123" y="7689"/>
                    <a:pt x="8123" y="7689"/>
                  </a:cubicBezTo>
                  <a:cubicBezTo>
                    <a:pt x="8123" y="7689"/>
                    <a:pt x="4228" y="1"/>
                    <a:pt x="2802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59"/>
            <p:cNvSpPr/>
            <p:nvPr/>
          </p:nvSpPr>
          <p:spPr>
            <a:xfrm>
              <a:off x="4432474" y="6018110"/>
              <a:ext cx="161897" cy="351245"/>
            </a:xfrm>
            <a:custGeom>
              <a:rect b="b" l="l" r="r" t="t"/>
              <a:pathLst>
                <a:path extrusionOk="0" h="12898" w="5945">
                  <a:moveTo>
                    <a:pt x="623" y="1"/>
                  </a:moveTo>
                  <a:cubicBezTo>
                    <a:pt x="207" y="1"/>
                    <a:pt x="1" y="653"/>
                    <a:pt x="162" y="2338"/>
                  </a:cubicBezTo>
                  <a:cubicBezTo>
                    <a:pt x="578" y="6752"/>
                    <a:pt x="1121" y="10541"/>
                    <a:pt x="1495" y="12897"/>
                  </a:cubicBezTo>
                  <a:cubicBezTo>
                    <a:pt x="3009" y="12638"/>
                    <a:pt x="4469" y="12126"/>
                    <a:pt x="5645" y="11233"/>
                  </a:cubicBezTo>
                  <a:cubicBezTo>
                    <a:pt x="5830" y="9361"/>
                    <a:pt x="5944" y="7689"/>
                    <a:pt x="5944" y="7689"/>
                  </a:cubicBezTo>
                  <a:cubicBezTo>
                    <a:pt x="5944" y="7689"/>
                    <a:pt x="2049" y="1"/>
                    <a:pt x="623" y="1"/>
                  </a:cubicBezTo>
                  <a:close/>
                </a:path>
              </a:pathLst>
            </a:custGeom>
            <a:solidFill>
              <a:srgbClr val="B25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59"/>
            <p:cNvSpPr/>
            <p:nvPr/>
          </p:nvSpPr>
          <p:spPr>
            <a:xfrm>
              <a:off x="4359001" y="6440540"/>
              <a:ext cx="212441" cy="41230"/>
            </a:xfrm>
            <a:custGeom>
              <a:rect b="b" l="l" r="r" t="t"/>
              <a:pathLst>
                <a:path extrusionOk="0" h="1514" w="7801">
                  <a:moveTo>
                    <a:pt x="7800" y="1"/>
                  </a:moveTo>
                  <a:cubicBezTo>
                    <a:pt x="5323" y="533"/>
                    <a:pt x="4098" y="696"/>
                    <a:pt x="3526" y="696"/>
                  </a:cubicBezTo>
                  <a:cubicBezTo>
                    <a:pt x="2619" y="696"/>
                    <a:pt x="3363" y="284"/>
                    <a:pt x="3363" y="284"/>
                  </a:cubicBezTo>
                  <a:lnTo>
                    <a:pt x="3363" y="284"/>
                  </a:lnTo>
                  <a:cubicBezTo>
                    <a:pt x="1" y="1262"/>
                    <a:pt x="866" y="1514"/>
                    <a:pt x="2640" y="1514"/>
                  </a:cubicBezTo>
                  <a:cubicBezTo>
                    <a:pt x="4454" y="1514"/>
                    <a:pt x="7218" y="1250"/>
                    <a:pt x="7379" y="1233"/>
                  </a:cubicBezTo>
                  <a:cubicBezTo>
                    <a:pt x="7694" y="1197"/>
                    <a:pt x="7800" y="1"/>
                    <a:pt x="78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59"/>
            <p:cNvSpPr/>
            <p:nvPr/>
          </p:nvSpPr>
          <p:spPr>
            <a:xfrm>
              <a:off x="4320086" y="5514635"/>
              <a:ext cx="355466" cy="826506"/>
            </a:xfrm>
            <a:custGeom>
              <a:rect b="b" l="l" r="r" t="t"/>
              <a:pathLst>
                <a:path extrusionOk="0" h="30350" w="13053">
                  <a:moveTo>
                    <a:pt x="13053" y="1"/>
                  </a:moveTo>
                  <a:lnTo>
                    <a:pt x="13053" y="1"/>
                  </a:lnTo>
                  <a:cubicBezTo>
                    <a:pt x="10881" y="8"/>
                    <a:pt x="8710" y="24"/>
                    <a:pt x="6535" y="44"/>
                  </a:cubicBezTo>
                  <a:cubicBezTo>
                    <a:pt x="4351" y="68"/>
                    <a:pt x="2176" y="162"/>
                    <a:pt x="0" y="272"/>
                  </a:cubicBezTo>
                  <a:cubicBezTo>
                    <a:pt x="1814" y="13923"/>
                    <a:pt x="4037" y="29733"/>
                    <a:pt x="4037" y="29733"/>
                  </a:cubicBezTo>
                  <a:cubicBezTo>
                    <a:pt x="5256" y="30182"/>
                    <a:pt x="6331" y="30350"/>
                    <a:pt x="7257" y="30350"/>
                  </a:cubicBezTo>
                  <a:cubicBezTo>
                    <a:pt x="10016" y="30350"/>
                    <a:pt x="11456" y="28860"/>
                    <a:pt x="11456" y="28860"/>
                  </a:cubicBezTo>
                  <a:cubicBezTo>
                    <a:pt x="11456" y="28860"/>
                    <a:pt x="12396" y="9689"/>
                    <a:pt x="13053" y="1"/>
                  </a:cubicBezTo>
                  <a:close/>
                </a:path>
              </a:pathLst>
            </a:custGeom>
            <a:solidFill>
              <a:srgbClr val="92DF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59"/>
            <p:cNvSpPr/>
            <p:nvPr/>
          </p:nvSpPr>
          <p:spPr>
            <a:xfrm>
              <a:off x="3852885" y="4532904"/>
              <a:ext cx="464750" cy="544350"/>
            </a:xfrm>
            <a:custGeom>
              <a:rect b="b" l="l" r="r" t="t"/>
              <a:pathLst>
                <a:path extrusionOk="0" h="19989" w="17066">
                  <a:moveTo>
                    <a:pt x="17066" y="1"/>
                  </a:moveTo>
                  <a:cubicBezTo>
                    <a:pt x="17065" y="1"/>
                    <a:pt x="11673" y="28"/>
                    <a:pt x="10473" y="6192"/>
                  </a:cubicBezTo>
                  <a:cubicBezTo>
                    <a:pt x="9600" y="9355"/>
                    <a:pt x="8345" y="12683"/>
                    <a:pt x="8345" y="12683"/>
                  </a:cubicBezTo>
                  <a:lnTo>
                    <a:pt x="4363" y="3683"/>
                  </a:lnTo>
                  <a:lnTo>
                    <a:pt x="1" y="4827"/>
                  </a:lnTo>
                  <a:cubicBezTo>
                    <a:pt x="1" y="4827"/>
                    <a:pt x="3821" y="19988"/>
                    <a:pt x="8620" y="19988"/>
                  </a:cubicBezTo>
                  <a:cubicBezTo>
                    <a:pt x="13415" y="19988"/>
                    <a:pt x="16417" y="7227"/>
                    <a:pt x="16417" y="7227"/>
                  </a:cubicBezTo>
                  <a:lnTo>
                    <a:pt x="170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59"/>
            <p:cNvSpPr/>
            <p:nvPr/>
          </p:nvSpPr>
          <p:spPr>
            <a:xfrm>
              <a:off x="4087602" y="5075511"/>
              <a:ext cx="16094" cy="1743"/>
            </a:xfrm>
            <a:custGeom>
              <a:rect b="b" l="l" r="r" t="t"/>
              <a:pathLst>
                <a:path extrusionOk="0" h="64" w="591">
                  <a:moveTo>
                    <a:pt x="4" y="63"/>
                  </a:moveTo>
                  <a:lnTo>
                    <a:pt x="1" y="63"/>
                  </a:lnTo>
                  <a:lnTo>
                    <a:pt x="4" y="63"/>
                  </a:lnTo>
                  <a:close/>
                  <a:moveTo>
                    <a:pt x="13" y="63"/>
                  </a:moveTo>
                  <a:lnTo>
                    <a:pt x="9" y="63"/>
                  </a:lnTo>
                  <a:lnTo>
                    <a:pt x="13" y="63"/>
                  </a:lnTo>
                  <a:close/>
                  <a:moveTo>
                    <a:pt x="20" y="63"/>
                  </a:moveTo>
                  <a:lnTo>
                    <a:pt x="17" y="63"/>
                  </a:lnTo>
                  <a:lnTo>
                    <a:pt x="20" y="63"/>
                  </a:lnTo>
                  <a:close/>
                  <a:moveTo>
                    <a:pt x="28" y="63"/>
                  </a:moveTo>
                  <a:lnTo>
                    <a:pt x="24" y="63"/>
                  </a:lnTo>
                  <a:lnTo>
                    <a:pt x="28" y="63"/>
                  </a:lnTo>
                  <a:close/>
                  <a:moveTo>
                    <a:pt x="33" y="63"/>
                  </a:moveTo>
                  <a:lnTo>
                    <a:pt x="33" y="63"/>
                  </a:lnTo>
                  <a:lnTo>
                    <a:pt x="33" y="63"/>
                  </a:lnTo>
                  <a:close/>
                  <a:moveTo>
                    <a:pt x="40" y="63"/>
                  </a:moveTo>
                  <a:lnTo>
                    <a:pt x="36" y="63"/>
                  </a:lnTo>
                  <a:lnTo>
                    <a:pt x="40" y="63"/>
                  </a:lnTo>
                  <a:close/>
                  <a:moveTo>
                    <a:pt x="48" y="63"/>
                  </a:moveTo>
                  <a:lnTo>
                    <a:pt x="44" y="63"/>
                  </a:lnTo>
                  <a:lnTo>
                    <a:pt x="48" y="63"/>
                  </a:lnTo>
                  <a:close/>
                  <a:moveTo>
                    <a:pt x="56" y="63"/>
                  </a:moveTo>
                  <a:lnTo>
                    <a:pt x="52" y="63"/>
                  </a:lnTo>
                  <a:lnTo>
                    <a:pt x="56" y="63"/>
                  </a:lnTo>
                  <a:close/>
                  <a:moveTo>
                    <a:pt x="60" y="63"/>
                  </a:moveTo>
                  <a:lnTo>
                    <a:pt x="60" y="63"/>
                  </a:lnTo>
                  <a:lnTo>
                    <a:pt x="60" y="63"/>
                  </a:lnTo>
                  <a:close/>
                  <a:moveTo>
                    <a:pt x="68" y="63"/>
                  </a:moveTo>
                  <a:lnTo>
                    <a:pt x="64" y="63"/>
                  </a:lnTo>
                  <a:lnTo>
                    <a:pt x="68" y="63"/>
                  </a:lnTo>
                  <a:close/>
                  <a:moveTo>
                    <a:pt x="75" y="63"/>
                  </a:moveTo>
                  <a:lnTo>
                    <a:pt x="71" y="63"/>
                  </a:lnTo>
                  <a:lnTo>
                    <a:pt x="75" y="63"/>
                  </a:lnTo>
                  <a:close/>
                  <a:moveTo>
                    <a:pt x="84" y="63"/>
                  </a:moveTo>
                  <a:lnTo>
                    <a:pt x="80" y="63"/>
                  </a:lnTo>
                  <a:lnTo>
                    <a:pt x="84" y="63"/>
                  </a:lnTo>
                  <a:close/>
                  <a:moveTo>
                    <a:pt x="87" y="63"/>
                  </a:moveTo>
                  <a:lnTo>
                    <a:pt x="87" y="63"/>
                  </a:lnTo>
                  <a:lnTo>
                    <a:pt x="87" y="63"/>
                  </a:lnTo>
                  <a:close/>
                  <a:moveTo>
                    <a:pt x="95" y="63"/>
                  </a:moveTo>
                  <a:lnTo>
                    <a:pt x="91" y="63"/>
                  </a:lnTo>
                  <a:lnTo>
                    <a:pt x="95" y="63"/>
                  </a:lnTo>
                  <a:close/>
                  <a:moveTo>
                    <a:pt x="103" y="63"/>
                  </a:moveTo>
                  <a:lnTo>
                    <a:pt x="99" y="63"/>
                  </a:lnTo>
                  <a:lnTo>
                    <a:pt x="103" y="63"/>
                  </a:lnTo>
                  <a:close/>
                  <a:moveTo>
                    <a:pt x="111" y="59"/>
                  </a:moveTo>
                  <a:cubicBezTo>
                    <a:pt x="107" y="59"/>
                    <a:pt x="107" y="63"/>
                    <a:pt x="107" y="63"/>
                  </a:cubicBezTo>
                  <a:cubicBezTo>
                    <a:pt x="107" y="63"/>
                    <a:pt x="107" y="59"/>
                    <a:pt x="111" y="59"/>
                  </a:cubicBezTo>
                  <a:close/>
                  <a:moveTo>
                    <a:pt x="115" y="59"/>
                  </a:moveTo>
                  <a:lnTo>
                    <a:pt x="115" y="59"/>
                  </a:lnTo>
                  <a:lnTo>
                    <a:pt x="115" y="59"/>
                  </a:lnTo>
                  <a:close/>
                  <a:moveTo>
                    <a:pt x="122" y="59"/>
                  </a:moveTo>
                  <a:lnTo>
                    <a:pt x="119" y="59"/>
                  </a:lnTo>
                  <a:lnTo>
                    <a:pt x="122" y="59"/>
                  </a:lnTo>
                  <a:close/>
                  <a:moveTo>
                    <a:pt x="131" y="59"/>
                  </a:moveTo>
                  <a:lnTo>
                    <a:pt x="127" y="59"/>
                  </a:lnTo>
                  <a:lnTo>
                    <a:pt x="131" y="59"/>
                  </a:lnTo>
                  <a:close/>
                  <a:moveTo>
                    <a:pt x="138" y="59"/>
                  </a:moveTo>
                  <a:lnTo>
                    <a:pt x="135" y="59"/>
                  </a:lnTo>
                  <a:lnTo>
                    <a:pt x="138" y="59"/>
                  </a:lnTo>
                  <a:close/>
                  <a:moveTo>
                    <a:pt x="142" y="59"/>
                  </a:moveTo>
                  <a:lnTo>
                    <a:pt x="142" y="59"/>
                  </a:lnTo>
                  <a:lnTo>
                    <a:pt x="142" y="59"/>
                  </a:lnTo>
                  <a:close/>
                  <a:moveTo>
                    <a:pt x="151" y="59"/>
                  </a:moveTo>
                  <a:lnTo>
                    <a:pt x="146" y="59"/>
                  </a:lnTo>
                  <a:lnTo>
                    <a:pt x="151" y="59"/>
                  </a:lnTo>
                  <a:close/>
                  <a:moveTo>
                    <a:pt x="158" y="59"/>
                  </a:moveTo>
                  <a:lnTo>
                    <a:pt x="154" y="59"/>
                  </a:lnTo>
                  <a:lnTo>
                    <a:pt x="158" y="59"/>
                  </a:lnTo>
                  <a:close/>
                  <a:moveTo>
                    <a:pt x="166" y="59"/>
                  </a:moveTo>
                  <a:lnTo>
                    <a:pt x="162" y="59"/>
                  </a:lnTo>
                  <a:lnTo>
                    <a:pt x="166" y="59"/>
                  </a:lnTo>
                  <a:close/>
                  <a:moveTo>
                    <a:pt x="170" y="59"/>
                  </a:moveTo>
                  <a:lnTo>
                    <a:pt x="170" y="59"/>
                  </a:lnTo>
                  <a:lnTo>
                    <a:pt x="170" y="59"/>
                  </a:lnTo>
                  <a:close/>
                  <a:moveTo>
                    <a:pt x="178" y="59"/>
                  </a:moveTo>
                  <a:lnTo>
                    <a:pt x="174" y="59"/>
                  </a:lnTo>
                  <a:lnTo>
                    <a:pt x="178" y="59"/>
                  </a:lnTo>
                  <a:close/>
                  <a:moveTo>
                    <a:pt x="186" y="56"/>
                  </a:moveTo>
                  <a:lnTo>
                    <a:pt x="182" y="56"/>
                  </a:lnTo>
                  <a:lnTo>
                    <a:pt x="186" y="56"/>
                  </a:lnTo>
                  <a:close/>
                  <a:moveTo>
                    <a:pt x="193" y="56"/>
                  </a:moveTo>
                  <a:lnTo>
                    <a:pt x="189" y="56"/>
                  </a:lnTo>
                  <a:lnTo>
                    <a:pt x="193" y="56"/>
                  </a:lnTo>
                  <a:close/>
                  <a:moveTo>
                    <a:pt x="198" y="56"/>
                  </a:moveTo>
                  <a:lnTo>
                    <a:pt x="198" y="56"/>
                  </a:lnTo>
                  <a:lnTo>
                    <a:pt x="198" y="56"/>
                  </a:lnTo>
                  <a:close/>
                  <a:moveTo>
                    <a:pt x="205" y="56"/>
                  </a:moveTo>
                  <a:lnTo>
                    <a:pt x="202" y="56"/>
                  </a:lnTo>
                  <a:lnTo>
                    <a:pt x="205" y="56"/>
                  </a:lnTo>
                  <a:close/>
                  <a:moveTo>
                    <a:pt x="213" y="56"/>
                  </a:moveTo>
                  <a:lnTo>
                    <a:pt x="209" y="56"/>
                  </a:lnTo>
                  <a:lnTo>
                    <a:pt x="213" y="56"/>
                  </a:lnTo>
                  <a:close/>
                  <a:moveTo>
                    <a:pt x="222" y="56"/>
                  </a:moveTo>
                  <a:lnTo>
                    <a:pt x="217" y="56"/>
                  </a:lnTo>
                  <a:lnTo>
                    <a:pt x="222" y="56"/>
                  </a:lnTo>
                  <a:close/>
                  <a:moveTo>
                    <a:pt x="225" y="56"/>
                  </a:moveTo>
                  <a:lnTo>
                    <a:pt x="225" y="56"/>
                  </a:lnTo>
                  <a:lnTo>
                    <a:pt x="225" y="56"/>
                  </a:lnTo>
                  <a:close/>
                  <a:moveTo>
                    <a:pt x="233" y="56"/>
                  </a:moveTo>
                  <a:lnTo>
                    <a:pt x="229" y="56"/>
                  </a:lnTo>
                  <a:lnTo>
                    <a:pt x="233" y="56"/>
                  </a:lnTo>
                  <a:close/>
                  <a:moveTo>
                    <a:pt x="264" y="52"/>
                  </a:moveTo>
                  <a:lnTo>
                    <a:pt x="264" y="52"/>
                  </a:lnTo>
                  <a:lnTo>
                    <a:pt x="264" y="52"/>
                  </a:lnTo>
                  <a:close/>
                  <a:moveTo>
                    <a:pt x="272" y="52"/>
                  </a:moveTo>
                  <a:lnTo>
                    <a:pt x="269" y="52"/>
                  </a:lnTo>
                  <a:lnTo>
                    <a:pt x="272" y="52"/>
                  </a:lnTo>
                  <a:close/>
                  <a:moveTo>
                    <a:pt x="276" y="48"/>
                  </a:moveTo>
                  <a:lnTo>
                    <a:pt x="276" y="48"/>
                  </a:lnTo>
                  <a:lnTo>
                    <a:pt x="276" y="48"/>
                  </a:lnTo>
                  <a:close/>
                  <a:moveTo>
                    <a:pt x="284" y="48"/>
                  </a:moveTo>
                  <a:lnTo>
                    <a:pt x="284" y="48"/>
                  </a:lnTo>
                  <a:lnTo>
                    <a:pt x="284" y="48"/>
                  </a:lnTo>
                  <a:close/>
                  <a:moveTo>
                    <a:pt x="292" y="48"/>
                  </a:moveTo>
                  <a:lnTo>
                    <a:pt x="288" y="48"/>
                  </a:lnTo>
                  <a:lnTo>
                    <a:pt x="292" y="48"/>
                  </a:lnTo>
                  <a:close/>
                  <a:moveTo>
                    <a:pt x="300" y="48"/>
                  </a:moveTo>
                  <a:lnTo>
                    <a:pt x="296" y="48"/>
                  </a:lnTo>
                  <a:lnTo>
                    <a:pt x="300" y="48"/>
                  </a:lnTo>
                  <a:close/>
                  <a:moveTo>
                    <a:pt x="304" y="48"/>
                  </a:moveTo>
                  <a:lnTo>
                    <a:pt x="304" y="48"/>
                  </a:lnTo>
                  <a:lnTo>
                    <a:pt x="304" y="48"/>
                  </a:lnTo>
                  <a:close/>
                  <a:moveTo>
                    <a:pt x="311" y="44"/>
                  </a:moveTo>
                  <a:cubicBezTo>
                    <a:pt x="311" y="44"/>
                    <a:pt x="311" y="48"/>
                    <a:pt x="307" y="48"/>
                  </a:cubicBezTo>
                  <a:cubicBezTo>
                    <a:pt x="311" y="48"/>
                    <a:pt x="311" y="44"/>
                    <a:pt x="311" y="44"/>
                  </a:cubicBezTo>
                  <a:close/>
                  <a:moveTo>
                    <a:pt x="320" y="44"/>
                  </a:moveTo>
                  <a:lnTo>
                    <a:pt x="316" y="44"/>
                  </a:lnTo>
                  <a:lnTo>
                    <a:pt x="320" y="44"/>
                  </a:lnTo>
                  <a:close/>
                  <a:moveTo>
                    <a:pt x="327" y="44"/>
                  </a:moveTo>
                  <a:lnTo>
                    <a:pt x="323" y="44"/>
                  </a:lnTo>
                  <a:lnTo>
                    <a:pt x="327" y="44"/>
                  </a:lnTo>
                  <a:close/>
                  <a:moveTo>
                    <a:pt x="331" y="44"/>
                  </a:moveTo>
                  <a:lnTo>
                    <a:pt x="331" y="44"/>
                  </a:lnTo>
                  <a:lnTo>
                    <a:pt x="331" y="44"/>
                  </a:lnTo>
                  <a:close/>
                  <a:moveTo>
                    <a:pt x="340" y="44"/>
                  </a:moveTo>
                  <a:lnTo>
                    <a:pt x="335" y="44"/>
                  </a:lnTo>
                  <a:lnTo>
                    <a:pt x="340" y="44"/>
                  </a:lnTo>
                  <a:close/>
                  <a:moveTo>
                    <a:pt x="347" y="40"/>
                  </a:moveTo>
                  <a:lnTo>
                    <a:pt x="343" y="40"/>
                  </a:lnTo>
                  <a:lnTo>
                    <a:pt x="347" y="40"/>
                  </a:lnTo>
                  <a:close/>
                  <a:moveTo>
                    <a:pt x="351" y="40"/>
                  </a:moveTo>
                  <a:lnTo>
                    <a:pt x="351" y="40"/>
                  </a:lnTo>
                  <a:lnTo>
                    <a:pt x="351" y="40"/>
                  </a:lnTo>
                  <a:close/>
                  <a:moveTo>
                    <a:pt x="358" y="40"/>
                  </a:moveTo>
                  <a:lnTo>
                    <a:pt x="355" y="40"/>
                  </a:lnTo>
                  <a:lnTo>
                    <a:pt x="358" y="40"/>
                  </a:lnTo>
                  <a:close/>
                  <a:moveTo>
                    <a:pt x="367" y="40"/>
                  </a:moveTo>
                  <a:lnTo>
                    <a:pt x="363" y="40"/>
                  </a:lnTo>
                  <a:lnTo>
                    <a:pt x="367" y="40"/>
                  </a:lnTo>
                  <a:close/>
                  <a:moveTo>
                    <a:pt x="374" y="36"/>
                  </a:moveTo>
                  <a:lnTo>
                    <a:pt x="371" y="40"/>
                  </a:lnTo>
                  <a:lnTo>
                    <a:pt x="374" y="36"/>
                  </a:lnTo>
                  <a:close/>
                  <a:moveTo>
                    <a:pt x="378" y="36"/>
                  </a:moveTo>
                  <a:lnTo>
                    <a:pt x="378" y="36"/>
                  </a:lnTo>
                  <a:lnTo>
                    <a:pt x="378" y="36"/>
                  </a:lnTo>
                  <a:close/>
                  <a:moveTo>
                    <a:pt x="387" y="36"/>
                  </a:moveTo>
                  <a:lnTo>
                    <a:pt x="382" y="36"/>
                  </a:lnTo>
                  <a:lnTo>
                    <a:pt x="387" y="36"/>
                  </a:lnTo>
                  <a:close/>
                  <a:moveTo>
                    <a:pt x="394" y="36"/>
                  </a:moveTo>
                  <a:lnTo>
                    <a:pt x="391" y="36"/>
                  </a:lnTo>
                  <a:lnTo>
                    <a:pt x="394" y="36"/>
                  </a:lnTo>
                  <a:close/>
                  <a:moveTo>
                    <a:pt x="398" y="36"/>
                  </a:moveTo>
                  <a:lnTo>
                    <a:pt x="398" y="36"/>
                  </a:lnTo>
                  <a:lnTo>
                    <a:pt x="398" y="36"/>
                  </a:lnTo>
                  <a:close/>
                  <a:moveTo>
                    <a:pt x="406" y="32"/>
                  </a:moveTo>
                  <a:lnTo>
                    <a:pt x="406" y="32"/>
                  </a:lnTo>
                  <a:lnTo>
                    <a:pt x="406" y="32"/>
                  </a:lnTo>
                  <a:close/>
                  <a:moveTo>
                    <a:pt x="414" y="32"/>
                  </a:moveTo>
                  <a:lnTo>
                    <a:pt x="410" y="32"/>
                  </a:lnTo>
                  <a:lnTo>
                    <a:pt x="414" y="32"/>
                  </a:lnTo>
                  <a:close/>
                  <a:moveTo>
                    <a:pt x="422" y="32"/>
                  </a:moveTo>
                  <a:lnTo>
                    <a:pt x="418" y="32"/>
                  </a:lnTo>
                  <a:lnTo>
                    <a:pt x="422" y="32"/>
                  </a:lnTo>
                  <a:close/>
                  <a:moveTo>
                    <a:pt x="425" y="28"/>
                  </a:moveTo>
                  <a:lnTo>
                    <a:pt x="425" y="32"/>
                  </a:lnTo>
                  <a:lnTo>
                    <a:pt x="425" y="28"/>
                  </a:lnTo>
                  <a:close/>
                  <a:moveTo>
                    <a:pt x="434" y="28"/>
                  </a:moveTo>
                  <a:lnTo>
                    <a:pt x="429" y="28"/>
                  </a:lnTo>
                  <a:lnTo>
                    <a:pt x="434" y="28"/>
                  </a:lnTo>
                  <a:close/>
                  <a:moveTo>
                    <a:pt x="441" y="28"/>
                  </a:moveTo>
                  <a:lnTo>
                    <a:pt x="438" y="28"/>
                  </a:lnTo>
                  <a:lnTo>
                    <a:pt x="441" y="28"/>
                  </a:lnTo>
                  <a:close/>
                  <a:moveTo>
                    <a:pt x="445" y="28"/>
                  </a:moveTo>
                  <a:lnTo>
                    <a:pt x="445" y="28"/>
                  </a:lnTo>
                  <a:lnTo>
                    <a:pt x="445" y="28"/>
                  </a:lnTo>
                  <a:close/>
                  <a:moveTo>
                    <a:pt x="591" y="1"/>
                  </a:moveTo>
                  <a:lnTo>
                    <a:pt x="591" y="1"/>
                  </a:lnTo>
                  <a:close/>
                </a:path>
              </a:pathLst>
            </a:custGeom>
            <a:solidFill>
              <a:srgbClr val="E6F0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59"/>
            <p:cNvSpPr/>
            <p:nvPr/>
          </p:nvSpPr>
          <p:spPr>
            <a:xfrm>
              <a:off x="3852885" y="4633174"/>
              <a:ext cx="339862" cy="444080"/>
            </a:xfrm>
            <a:custGeom>
              <a:rect b="b" l="l" r="r" t="t"/>
              <a:pathLst>
                <a:path extrusionOk="0" h="16307" w="12480">
                  <a:moveTo>
                    <a:pt x="4363" y="1"/>
                  </a:moveTo>
                  <a:lnTo>
                    <a:pt x="1" y="1145"/>
                  </a:lnTo>
                  <a:cubicBezTo>
                    <a:pt x="1" y="1145"/>
                    <a:pt x="3821" y="16306"/>
                    <a:pt x="8620" y="16306"/>
                  </a:cubicBezTo>
                  <a:lnTo>
                    <a:pt x="8726" y="16306"/>
                  </a:lnTo>
                  <a:cubicBezTo>
                    <a:pt x="8726" y="16306"/>
                    <a:pt x="8726" y="16302"/>
                    <a:pt x="8730" y="16302"/>
                  </a:cubicBezTo>
                  <a:lnTo>
                    <a:pt x="8797" y="16302"/>
                  </a:lnTo>
                  <a:cubicBezTo>
                    <a:pt x="8797" y="16302"/>
                    <a:pt x="8801" y="16302"/>
                    <a:pt x="8801" y="16299"/>
                  </a:cubicBezTo>
                  <a:lnTo>
                    <a:pt x="8852" y="16299"/>
                  </a:lnTo>
                  <a:cubicBezTo>
                    <a:pt x="8859" y="16295"/>
                    <a:pt x="8872" y="16295"/>
                    <a:pt x="8883" y="16295"/>
                  </a:cubicBezTo>
                  <a:lnTo>
                    <a:pt x="8891" y="16295"/>
                  </a:lnTo>
                  <a:lnTo>
                    <a:pt x="8895" y="16291"/>
                  </a:lnTo>
                  <a:lnTo>
                    <a:pt x="8926" y="16291"/>
                  </a:lnTo>
                  <a:cubicBezTo>
                    <a:pt x="8930" y="16291"/>
                    <a:pt x="8930" y="16287"/>
                    <a:pt x="8930" y="16287"/>
                  </a:cubicBezTo>
                  <a:lnTo>
                    <a:pt x="8959" y="16287"/>
                  </a:lnTo>
                  <a:cubicBezTo>
                    <a:pt x="8959" y="16287"/>
                    <a:pt x="8962" y="16287"/>
                    <a:pt x="8962" y="16283"/>
                  </a:cubicBezTo>
                  <a:lnTo>
                    <a:pt x="8990" y="16283"/>
                  </a:lnTo>
                  <a:lnTo>
                    <a:pt x="8993" y="16279"/>
                  </a:lnTo>
                  <a:lnTo>
                    <a:pt x="9017" y="16279"/>
                  </a:lnTo>
                  <a:cubicBezTo>
                    <a:pt x="9021" y="16275"/>
                    <a:pt x="9021" y="16275"/>
                    <a:pt x="9025" y="16275"/>
                  </a:cubicBezTo>
                  <a:lnTo>
                    <a:pt x="9044" y="16275"/>
                  </a:lnTo>
                  <a:lnTo>
                    <a:pt x="9044" y="16271"/>
                  </a:lnTo>
                  <a:lnTo>
                    <a:pt x="9064" y="16271"/>
                  </a:lnTo>
                  <a:cubicBezTo>
                    <a:pt x="9111" y="16264"/>
                    <a:pt x="9162" y="16251"/>
                    <a:pt x="9210" y="16244"/>
                  </a:cubicBezTo>
                  <a:cubicBezTo>
                    <a:pt x="10268" y="16008"/>
                    <a:pt x="11228" y="15173"/>
                    <a:pt x="12078" y="14029"/>
                  </a:cubicBezTo>
                  <a:cubicBezTo>
                    <a:pt x="12109" y="13753"/>
                    <a:pt x="12136" y="13497"/>
                    <a:pt x="12164" y="13254"/>
                  </a:cubicBezTo>
                  <a:cubicBezTo>
                    <a:pt x="12452" y="10453"/>
                    <a:pt x="12479" y="8203"/>
                    <a:pt x="12436" y="6307"/>
                  </a:cubicBezTo>
                  <a:cubicBezTo>
                    <a:pt x="11826" y="4993"/>
                    <a:pt x="11189" y="3691"/>
                    <a:pt x="10488" y="2432"/>
                  </a:cubicBezTo>
                  <a:cubicBezTo>
                    <a:pt x="10484" y="2456"/>
                    <a:pt x="10477" y="2483"/>
                    <a:pt x="10473" y="2510"/>
                  </a:cubicBezTo>
                  <a:cubicBezTo>
                    <a:pt x="9600" y="5673"/>
                    <a:pt x="8345" y="9001"/>
                    <a:pt x="8345" y="9001"/>
                  </a:cubicBezTo>
                  <a:lnTo>
                    <a:pt x="43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59"/>
            <p:cNvSpPr/>
            <p:nvPr/>
          </p:nvSpPr>
          <p:spPr>
            <a:xfrm>
              <a:off x="4068212" y="4505154"/>
              <a:ext cx="703960" cy="1403808"/>
            </a:xfrm>
            <a:custGeom>
              <a:rect b="b" l="l" r="r" t="t"/>
              <a:pathLst>
                <a:path extrusionOk="0" h="51549" w="25850">
                  <a:moveTo>
                    <a:pt x="18573" y="0"/>
                  </a:moveTo>
                  <a:lnTo>
                    <a:pt x="10351" y="13926"/>
                  </a:lnTo>
                  <a:lnTo>
                    <a:pt x="11279" y="532"/>
                  </a:lnTo>
                  <a:lnTo>
                    <a:pt x="11279" y="532"/>
                  </a:lnTo>
                  <a:cubicBezTo>
                    <a:pt x="11279" y="532"/>
                    <a:pt x="5048" y="1594"/>
                    <a:pt x="4647" y="3317"/>
                  </a:cubicBezTo>
                  <a:cubicBezTo>
                    <a:pt x="3868" y="6700"/>
                    <a:pt x="5052" y="10260"/>
                    <a:pt x="4257" y="17955"/>
                  </a:cubicBezTo>
                  <a:cubicBezTo>
                    <a:pt x="3478" y="25473"/>
                    <a:pt x="1" y="48710"/>
                    <a:pt x="1" y="48710"/>
                  </a:cubicBezTo>
                  <a:cubicBezTo>
                    <a:pt x="2875" y="51134"/>
                    <a:pt x="5858" y="51525"/>
                    <a:pt x="7484" y="51525"/>
                  </a:cubicBezTo>
                  <a:cubicBezTo>
                    <a:pt x="8259" y="51525"/>
                    <a:pt x="8726" y="51437"/>
                    <a:pt x="8726" y="51437"/>
                  </a:cubicBezTo>
                  <a:lnTo>
                    <a:pt x="9383" y="39221"/>
                  </a:lnTo>
                  <a:lnTo>
                    <a:pt x="10110" y="51437"/>
                  </a:lnTo>
                  <a:cubicBezTo>
                    <a:pt x="11270" y="51514"/>
                    <a:pt x="12373" y="51548"/>
                    <a:pt x="13417" y="51548"/>
                  </a:cubicBezTo>
                  <a:cubicBezTo>
                    <a:pt x="21328" y="51548"/>
                    <a:pt x="25850" y="49583"/>
                    <a:pt x="25850" y="49583"/>
                  </a:cubicBezTo>
                  <a:cubicBezTo>
                    <a:pt x="25559" y="26897"/>
                    <a:pt x="20288" y="16428"/>
                    <a:pt x="20288" y="16428"/>
                  </a:cubicBezTo>
                  <a:cubicBezTo>
                    <a:pt x="20288" y="16428"/>
                    <a:pt x="22908" y="11302"/>
                    <a:pt x="23341" y="7955"/>
                  </a:cubicBezTo>
                  <a:cubicBezTo>
                    <a:pt x="23773" y="4646"/>
                    <a:pt x="24938" y="2919"/>
                    <a:pt x="21888" y="1723"/>
                  </a:cubicBezTo>
                  <a:cubicBezTo>
                    <a:pt x="21078" y="1409"/>
                    <a:pt x="20819" y="1440"/>
                    <a:pt x="20248" y="1126"/>
                  </a:cubicBezTo>
                  <a:cubicBezTo>
                    <a:pt x="20123" y="1055"/>
                    <a:pt x="20178" y="272"/>
                    <a:pt x="20178" y="272"/>
                  </a:cubicBezTo>
                  <a:lnTo>
                    <a:pt x="18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59"/>
            <p:cNvSpPr/>
            <p:nvPr/>
          </p:nvSpPr>
          <p:spPr>
            <a:xfrm>
              <a:off x="4068212" y="4720372"/>
              <a:ext cx="703960" cy="1168274"/>
            </a:xfrm>
            <a:custGeom>
              <a:rect b="b" l="l" r="r" t="t"/>
              <a:pathLst>
                <a:path extrusionOk="0" h="42900" w="25850">
                  <a:moveTo>
                    <a:pt x="25850" y="41680"/>
                  </a:moveTo>
                  <a:cubicBezTo>
                    <a:pt x="25779" y="41711"/>
                    <a:pt x="24257" y="42357"/>
                    <a:pt x="21487" y="42900"/>
                  </a:cubicBezTo>
                  <a:lnTo>
                    <a:pt x="21487" y="42900"/>
                  </a:lnTo>
                  <a:cubicBezTo>
                    <a:pt x="24257" y="42357"/>
                    <a:pt x="25779" y="41711"/>
                    <a:pt x="25850" y="41680"/>
                  </a:cubicBezTo>
                  <a:close/>
                  <a:moveTo>
                    <a:pt x="1" y="40807"/>
                  </a:moveTo>
                  <a:cubicBezTo>
                    <a:pt x="996" y="41645"/>
                    <a:pt x="1999" y="42239"/>
                    <a:pt x="2959" y="42660"/>
                  </a:cubicBezTo>
                  <a:lnTo>
                    <a:pt x="2959" y="42660"/>
                  </a:lnTo>
                  <a:cubicBezTo>
                    <a:pt x="1999" y="42239"/>
                    <a:pt x="996" y="41645"/>
                    <a:pt x="1" y="40807"/>
                  </a:cubicBezTo>
                  <a:close/>
                  <a:moveTo>
                    <a:pt x="1" y="40807"/>
                  </a:moveTo>
                  <a:lnTo>
                    <a:pt x="1" y="40807"/>
                  </a:lnTo>
                  <a:lnTo>
                    <a:pt x="1" y="40807"/>
                  </a:lnTo>
                  <a:close/>
                  <a:moveTo>
                    <a:pt x="1" y="40807"/>
                  </a:moveTo>
                  <a:lnTo>
                    <a:pt x="1" y="40807"/>
                  </a:lnTo>
                  <a:lnTo>
                    <a:pt x="1" y="40807"/>
                  </a:lnTo>
                  <a:close/>
                  <a:moveTo>
                    <a:pt x="1" y="40807"/>
                  </a:moveTo>
                  <a:lnTo>
                    <a:pt x="1" y="40807"/>
                  </a:lnTo>
                  <a:lnTo>
                    <a:pt x="1" y="40807"/>
                  </a:lnTo>
                  <a:close/>
                  <a:moveTo>
                    <a:pt x="1" y="40807"/>
                  </a:moveTo>
                  <a:lnTo>
                    <a:pt x="1" y="40807"/>
                  </a:lnTo>
                  <a:lnTo>
                    <a:pt x="1" y="40807"/>
                  </a:lnTo>
                  <a:close/>
                  <a:moveTo>
                    <a:pt x="1" y="40807"/>
                  </a:moveTo>
                  <a:lnTo>
                    <a:pt x="1" y="40807"/>
                  </a:lnTo>
                  <a:lnTo>
                    <a:pt x="1" y="40807"/>
                  </a:lnTo>
                  <a:close/>
                  <a:moveTo>
                    <a:pt x="1" y="40807"/>
                  </a:moveTo>
                  <a:lnTo>
                    <a:pt x="1" y="40807"/>
                  </a:lnTo>
                  <a:lnTo>
                    <a:pt x="1" y="40807"/>
                  </a:lnTo>
                  <a:close/>
                  <a:moveTo>
                    <a:pt x="1" y="40803"/>
                  </a:moveTo>
                  <a:lnTo>
                    <a:pt x="1" y="40807"/>
                  </a:lnTo>
                  <a:lnTo>
                    <a:pt x="1" y="40803"/>
                  </a:lnTo>
                  <a:close/>
                  <a:moveTo>
                    <a:pt x="4" y="40803"/>
                  </a:moveTo>
                  <a:lnTo>
                    <a:pt x="1" y="40803"/>
                  </a:lnTo>
                  <a:lnTo>
                    <a:pt x="4" y="40803"/>
                  </a:lnTo>
                  <a:close/>
                  <a:moveTo>
                    <a:pt x="4" y="40803"/>
                  </a:moveTo>
                  <a:lnTo>
                    <a:pt x="4" y="40803"/>
                  </a:lnTo>
                  <a:lnTo>
                    <a:pt x="4" y="40803"/>
                  </a:lnTo>
                  <a:close/>
                  <a:moveTo>
                    <a:pt x="4" y="40803"/>
                  </a:moveTo>
                  <a:lnTo>
                    <a:pt x="4" y="40803"/>
                  </a:lnTo>
                  <a:lnTo>
                    <a:pt x="4" y="40803"/>
                  </a:lnTo>
                  <a:close/>
                  <a:moveTo>
                    <a:pt x="4" y="40803"/>
                  </a:moveTo>
                  <a:lnTo>
                    <a:pt x="4" y="40803"/>
                  </a:lnTo>
                  <a:lnTo>
                    <a:pt x="4" y="40803"/>
                  </a:lnTo>
                  <a:close/>
                  <a:moveTo>
                    <a:pt x="4" y="40803"/>
                  </a:moveTo>
                  <a:lnTo>
                    <a:pt x="4" y="40803"/>
                  </a:lnTo>
                  <a:lnTo>
                    <a:pt x="4" y="40803"/>
                  </a:lnTo>
                  <a:close/>
                  <a:moveTo>
                    <a:pt x="4" y="40799"/>
                  </a:moveTo>
                  <a:lnTo>
                    <a:pt x="4" y="40799"/>
                  </a:lnTo>
                  <a:lnTo>
                    <a:pt x="4" y="40799"/>
                  </a:lnTo>
                  <a:close/>
                  <a:moveTo>
                    <a:pt x="4" y="40796"/>
                  </a:moveTo>
                  <a:lnTo>
                    <a:pt x="4" y="40799"/>
                  </a:lnTo>
                  <a:lnTo>
                    <a:pt x="4" y="40796"/>
                  </a:lnTo>
                  <a:close/>
                  <a:moveTo>
                    <a:pt x="4" y="40796"/>
                  </a:moveTo>
                  <a:lnTo>
                    <a:pt x="4" y="40796"/>
                  </a:lnTo>
                  <a:lnTo>
                    <a:pt x="4" y="40796"/>
                  </a:lnTo>
                  <a:close/>
                  <a:moveTo>
                    <a:pt x="4" y="40796"/>
                  </a:moveTo>
                  <a:lnTo>
                    <a:pt x="4" y="40796"/>
                  </a:lnTo>
                  <a:lnTo>
                    <a:pt x="4" y="40796"/>
                  </a:lnTo>
                  <a:close/>
                  <a:moveTo>
                    <a:pt x="4" y="40787"/>
                  </a:moveTo>
                  <a:lnTo>
                    <a:pt x="4" y="40796"/>
                  </a:lnTo>
                  <a:lnTo>
                    <a:pt x="4" y="40787"/>
                  </a:lnTo>
                  <a:close/>
                  <a:moveTo>
                    <a:pt x="4" y="40787"/>
                  </a:moveTo>
                  <a:lnTo>
                    <a:pt x="4" y="40787"/>
                  </a:lnTo>
                  <a:lnTo>
                    <a:pt x="4" y="40787"/>
                  </a:lnTo>
                  <a:close/>
                  <a:moveTo>
                    <a:pt x="4" y="40787"/>
                  </a:moveTo>
                  <a:lnTo>
                    <a:pt x="4" y="40787"/>
                  </a:lnTo>
                  <a:lnTo>
                    <a:pt x="4" y="40787"/>
                  </a:lnTo>
                  <a:close/>
                  <a:moveTo>
                    <a:pt x="4" y="40783"/>
                  </a:moveTo>
                  <a:lnTo>
                    <a:pt x="4" y="40783"/>
                  </a:lnTo>
                  <a:lnTo>
                    <a:pt x="4" y="40783"/>
                  </a:lnTo>
                  <a:close/>
                  <a:moveTo>
                    <a:pt x="4" y="40783"/>
                  </a:moveTo>
                  <a:lnTo>
                    <a:pt x="4" y="40783"/>
                  </a:lnTo>
                  <a:lnTo>
                    <a:pt x="4" y="40783"/>
                  </a:lnTo>
                  <a:close/>
                  <a:moveTo>
                    <a:pt x="4" y="40779"/>
                  </a:moveTo>
                  <a:lnTo>
                    <a:pt x="4" y="40779"/>
                  </a:lnTo>
                  <a:lnTo>
                    <a:pt x="4" y="40779"/>
                  </a:lnTo>
                  <a:close/>
                  <a:moveTo>
                    <a:pt x="4" y="40779"/>
                  </a:moveTo>
                  <a:lnTo>
                    <a:pt x="4" y="40779"/>
                  </a:lnTo>
                  <a:lnTo>
                    <a:pt x="4" y="40779"/>
                  </a:lnTo>
                  <a:close/>
                  <a:moveTo>
                    <a:pt x="8" y="40776"/>
                  </a:moveTo>
                  <a:lnTo>
                    <a:pt x="8" y="40779"/>
                  </a:lnTo>
                  <a:lnTo>
                    <a:pt x="8" y="40776"/>
                  </a:lnTo>
                  <a:close/>
                  <a:moveTo>
                    <a:pt x="8" y="40776"/>
                  </a:moveTo>
                  <a:lnTo>
                    <a:pt x="8" y="40776"/>
                  </a:lnTo>
                  <a:lnTo>
                    <a:pt x="8" y="40776"/>
                  </a:lnTo>
                  <a:close/>
                  <a:moveTo>
                    <a:pt x="8" y="40767"/>
                  </a:moveTo>
                  <a:lnTo>
                    <a:pt x="8" y="40772"/>
                  </a:lnTo>
                  <a:lnTo>
                    <a:pt x="8" y="40767"/>
                  </a:lnTo>
                  <a:close/>
                  <a:moveTo>
                    <a:pt x="8" y="40767"/>
                  </a:moveTo>
                  <a:lnTo>
                    <a:pt x="8" y="40767"/>
                  </a:lnTo>
                  <a:lnTo>
                    <a:pt x="8" y="40767"/>
                  </a:lnTo>
                  <a:close/>
                  <a:moveTo>
                    <a:pt x="8" y="40760"/>
                  </a:moveTo>
                  <a:lnTo>
                    <a:pt x="8" y="40763"/>
                  </a:lnTo>
                  <a:lnTo>
                    <a:pt x="8" y="40760"/>
                  </a:lnTo>
                  <a:close/>
                  <a:moveTo>
                    <a:pt x="8" y="40756"/>
                  </a:moveTo>
                  <a:lnTo>
                    <a:pt x="8" y="40760"/>
                  </a:lnTo>
                  <a:lnTo>
                    <a:pt x="8" y="40756"/>
                  </a:lnTo>
                  <a:close/>
                  <a:moveTo>
                    <a:pt x="8" y="40752"/>
                  </a:moveTo>
                  <a:lnTo>
                    <a:pt x="8" y="40756"/>
                  </a:lnTo>
                  <a:lnTo>
                    <a:pt x="8" y="40752"/>
                  </a:lnTo>
                  <a:close/>
                  <a:moveTo>
                    <a:pt x="13" y="40752"/>
                  </a:moveTo>
                  <a:lnTo>
                    <a:pt x="8" y="40752"/>
                  </a:lnTo>
                  <a:lnTo>
                    <a:pt x="13" y="40752"/>
                  </a:lnTo>
                  <a:close/>
                  <a:moveTo>
                    <a:pt x="13" y="40732"/>
                  </a:moveTo>
                  <a:lnTo>
                    <a:pt x="13" y="40748"/>
                  </a:lnTo>
                  <a:lnTo>
                    <a:pt x="13" y="40732"/>
                  </a:lnTo>
                  <a:close/>
                  <a:moveTo>
                    <a:pt x="13" y="40732"/>
                  </a:moveTo>
                  <a:lnTo>
                    <a:pt x="13" y="40732"/>
                  </a:lnTo>
                  <a:lnTo>
                    <a:pt x="13" y="40732"/>
                  </a:lnTo>
                  <a:close/>
                  <a:moveTo>
                    <a:pt x="13" y="40728"/>
                  </a:moveTo>
                  <a:lnTo>
                    <a:pt x="13" y="40728"/>
                  </a:lnTo>
                  <a:lnTo>
                    <a:pt x="13" y="40728"/>
                  </a:lnTo>
                  <a:close/>
                  <a:moveTo>
                    <a:pt x="17" y="40720"/>
                  </a:moveTo>
                  <a:cubicBezTo>
                    <a:pt x="17" y="40725"/>
                    <a:pt x="17" y="40725"/>
                    <a:pt x="13" y="40725"/>
                  </a:cubicBezTo>
                  <a:cubicBezTo>
                    <a:pt x="17" y="40725"/>
                    <a:pt x="17" y="40725"/>
                    <a:pt x="17" y="40720"/>
                  </a:cubicBezTo>
                  <a:close/>
                  <a:moveTo>
                    <a:pt x="17" y="40716"/>
                  </a:moveTo>
                  <a:lnTo>
                    <a:pt x="17" y="40720"/>
                  </a:lnTo>
                  <a:lnTo>
                    <a:pt x="17" y="40716"/>
                  </a:lnTo>
                  <a:close/>
                  <a:moveTo>
                    <a:pt x="17" y="40712"/>
                  </a:moveTo>
                  <a:lnTo>
                    <a:pt x="17" y="40712"/>
                  </a:lnTo>
                  <a:lnTo>
                    <a:pt x="17" y="40712"/>
                  </a:lnTo>
                  <a:close/>
                  <a:moveTo>
                    <a:pt x="17" y="40709"/>
                  </a:moveTo>
                  <a:lnTo>
                    <a:pt x="17" y="40709"/>
                  </a:lnTo>
                  <a:lnTo>
                    <a:pt x="17" y="40709"/>
                  </a:lnTo>
                  <a:close/>
                  <a:moveTo>
                    <a:pt x="17" y="40701"/>
                  </a:moveTo>
                  <a:lnTo>
                    <a:pt x="17" y="40705"/>
                  </a:lnTo>
                  <a:lnTo>
                    <a:pt x="17" y="40701"/>
                  </a:lnTo>
                  <a:close/>
                  <a:moveTo>
                    <a:pt x="21" y="40696"/>
                  </a:moveTo>
                  <a:lnTo>
                    <a:pt x="21" y="40701"/>
                  </a:lnTo>
                  <a:lnTo>
                    <a:pt x="21" y="40696"/>
                  </a:lnTo>
                  <a:close/>
                  <a:moveTo>
                    <a:pt x="21" y="40696"/>
                  </a:moveTo>
                  <a:lnTo>
                    <a:pt x="21" y="40696"/>
                  </a:lnTo>
                  <a:lnTo>
                    <a:pt x="21" y="40696"/>
                  </a:lnTo>
                  <a:close/>
                  <a:moveTo>
                    <a:pt x="21" y="40693"/>
                  </a:moveTo>
                  <a:lnTo>
                    <a:pt x="21" y="40693"/>
                  </a:lnTo>
                  <a:lnTo>
                    <a:pt x="21" y="40693"/>
                  </a:lnTo>
                  <a:close/>
                  <a:moveTo>
                    <a:pt x="21" y="40689"/>
                  </a:moveTo>
                  <a:lnTo>
                    <a:pt x="21" y="40693"/>
                  </a:lnTo>
                  <a:lnTo>
                    <a:pt x="21" y="40689"/>
                  </a:lnTo>
                  <a:close/>
                  <a:moveTo>
                    <a:pt x="21" y="40685"/>
                  </a:moveTo>
                  <a:lnTo>
                    <a:pt x="21" y="40689"/>
                  </a:lnTo>
                  <a:lnTo>
                    <a:pt x="21" y="40685"/>
                  </a:lnTo>
                  <a:close/>
                  <a:moveTo>
                    <a:pt x="21" y="40681"/>
                  </a:moveTo>
                  <a:lnTo>
                    <a:pt x="21" y="40685"/>
                  </a:lnTo>
                  <a:lnTo>
                    <a:pt x="21" y="40681"/>
                  </a:lnTo>
                  <a:close/>
                  <a:moveTo>
                    <a:pt x="28" y="40642"/>
                  </a:moveTo>
                  <a:cubicBezTo>
                    <a:pt x="24" y="40654"/>
                    <a:pt x="24" y="40661"/>
                    <a:pt x="24" y="40673"/>
                  </a:cubicBezTo>
                  <a:cubicBezTo>
                    <a:pt x="24" y="40661"/>
                    <a:pt x="24" y="40654"/>
                    <a:pt x="28" y="40642"/>
                  </a:cubicBezTo>
                  <a:close/>
                  <a:moveTo>
                    <a:pt x="3011" y="19902"/>
                  </a:moveTo>
                  <a:lnTo>
                    <a:pt x="3011" y="19902"/>
                  </a:lnTo>
                  <a:cubicBezTo>
                    <a:pt x="1811" y="28667"/>
                    <a:pt x="241" y="39198"/>
                    <a:pt x="28" y="40642"/>
                  </a:cubicBezTo>
                  <a:cubicBezTo>
                    <a:pt x="241" y="39198"/>
                    <a:pt x="1811" y="28667"/>
                    <a:pt x="3011" y="19902"/>
                  </a:cubicBezTo>
                  <a:close/>
                  <a:moveTo>
                    <a:pt x="23321" y="202"/>
                  </a:moveTo>
                  <a:cubicBezTo>
                    <a:pt x="22829" y="3545"/>
                    <a:pt x="20288" y="8525"/>
                    <a:pt x="20288" y="8525"/>
                  </a:cubicBezTo>
                  <a:cubicBezTo>
                    <a:pt x="20288" y="8525"/>
                    <a:pt x="25559" y="18994"/>
                    <a:pt x="25850" y="41680"/>
                  </a:cubicBezTo>
                  <a:lnTo>
                    <a:pt x="25850" y="41680"/>
                  </a:lnTo>
                  <a:cubicBezTo>
                    <a:pt x="25559" y="18994"/>
                    <a:pt x="20288" y="8525"/>
                    <a:pt x="20288" y="8525"/>
                  </a:cubicBezTo>
                  <a:cubicBezTo>
                    <a:pt x="20288" y="8525"/>
                    <a:pt x="22829" y="3545"/>
                    <a:pt x="23321" y="202"/>
                  </a:cubicBezTo>
                  <a:close/>
                  <a:moveTo>
                    <a:pt x="23344" y="44"/>
                  </a:moveTo>
                  <a:cubicBezTo>
                    <a:pt x="23344" y="48"/>
                    <a:pt x="23344" y="48"/>
                    <a:pt x="23341" y="52"/>
                  </a:cubicBezTo>
                  <a:cubicBezTo>
                    <a:pt x="23344" y="48"/>
                    <a:pt x="23344" y="48"/>
                    <a:pt x="23344" y="44"/>
                  </a:cubicBezTo>
                  <a:close/>
                  <a:moveTo>
                    <a:pt x="23344" y="33"/>
                  </a:moveTo>
                  <a:lnTo>
                    <a:pt x="23344" y="40"/>
                  </a:lnTo>
                  <a:lnTo>
                    <a:pt x="23344" y="33"/>
                  </a:lnTo>
                  <a:close/>
                  <a:moveTo>
                    <a:pt x="23348" y="24"/>
                  </a:moveTo>
                  <a:cubicBezTo>
                    <a:pt x="23344" y="24"/>
                    <a:pt x="23344" y="24"/>
                    <a:pt x="23344" y="28"/>
                  </a:cubicBezTo>
                  <a:cubicBezTo>
                    <a:pt x="23344" y="24"/>
                    <a:pt x="23344" y="24"/>
                    <a:pt x="23348" y="24"/>
                  </a:cubicBezTo>
                  <a:close/>
                  <a:moveTo>
                    <a:pt x="23348" y="13"/>
                  </a:moveTo>
                  <a:lnTo>
                    <a:pt x="23348" y="17"/>
                  </a:lnTo>
                  <a:lnTo>
                    <a:pt x="23348" y="13"/>
                  </a:lnTo>
                  <a:close/>
                  <a:moveTo>
                    <a:pt x="23348" y="1"/>
                  </a:moveTo>
                  <a:lnTo>
                    <a:pt x="23348" y="4"/>
                  </a:lnTo>
                  <a:close/>
                </a:path>
              </a:pathLst>
            </a:custGeom>
            <a:solidFill>
              <a:srgbClr val="E6F0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59"/>
            <p:cNvSpPr/>
            <p:nvPr/>
          </p:nvSpPr>
          <p:spPr>
            <a:xfrm>
              <a:off x="4148766" y="5882111"/>
              <a:ext cx="39569" cy="14270"/>
            </a:xfrm>
            <a:custGeom>
              <a:rect b="b" l="l" r="r" t="t"/>
              <a:pathLst>
                <a:path extrusionOk="0" h="524" w="1453">
                  <a:moveTo>
                    <a:pt x="1449" y="523"/>
                  </a:moveTo>
                  <a:lnTo>
                    <a:pt x="1453" y="523"/>
                  </a:lnTo>
                  <a:lnTo>
                    <a:pt x="1449" y="523"/>
                  </a:lnTo>
                  <a:close/>
                  <a:moveTo>
                    <a:pt x="1" y="0"/>
                  </a:moveTo>
                  <a:lnTo>
                    <a:pt x="1" y="0"/>
                  </a:lnTo>
                  <a:cubicBezTo>
                    <a:pt x="496" y="216"/>
                    <a:pt x="981" y="389"/>
                    <a:pt x="1445" y="523"/>
                  </a:cubicBezTo>
                  <a:cubicBezTo>
                    <a:pt x="981" y="389"/>
                    <a:pt x="496" y="216"/>
                    <a:pt x="1" y="0"/>
                  </a:cubicBezTo>
                  <a:close/>
                </a:path>
              </a:pathLst>
            </a:custGeom>
            <a:solidFill>
              <a:srgbClr val="A0D4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59"/>
            <p:cNvSpPr/>
            <p:nvPr/>
          </p:nvSpPr>
          <p:spPr>
            <a:xfrm>
              <a:off x="4068212" y="4603926"/>
              <a:ext cx="703960" cy="1305063"/>
            </a:xfrm>
            <a:custGeom>
              <a:rect b="b" l="l" r="r" t="t"/>
              <a:pathLst>
                <a:path extrusionOk="0" h="47923" w="25850">
                  <a:moveTo>
                    <a:pt x="23876" y="1"/>
                  </a:moveTo>
                  <a:lnTo>
                    <a:pt x="23876" y="1"/>
                  </a:lnTo>
                  <a:cubicBezTo>
                    <a:pt x="23517" y="665"/>
                    <a:pt x="23152" y="1311"/>
                    <a:pt x="22778" y="1940"/>
                  </a:cubicBezTo>
                  <a:cubicBezTo>
                    <a:pt x="20378" y="6000"/>
                    <a:pt x="17451" y="9729"/>
                    <a:pt x="14458" y="13364"/>
                  </a:cubicBezTo>
                  <a:cubicBezTo>
                    <a:pt x="11102" y="17443"/>
                    <a:pt x="7247" y="21067"/>
                    <a:pt x="3011" y="24178"/>
                  </a:cubicBezTo>
                  <a:cubicBezTo>
                    <a:pt x="1811" y="32943"/>
                    <a:pt x="241" y="43474"/>
                    <a:pt x="28" y="44918"/>
                  </a:cubicBezTo>
                  <a:cubicBezTo>
                    <a:pt x="24" y="44930"/>
                    <a:pt x="24" y="44937"/>
                    <a:pt x="24" y="44949"/>
                  </a:cubicBezTo>
                  <a:cubicBezTo>
                    <a:pt x="21" y="44954"/>
                    <a:pt x="21" y="44954"/>
                    <a:pt x="21" y="44957"/>
                  </a:cubicBezTo>
                  <a:lnTo>
                    <a:pt x="21" y="44961"/>
                  </a:lnTo>
                  <a:lnTo>
                    <a:pt x="21" y="44965"/>
                  </a:lnTo>
                  <a:lnTo>
                    <a:pt x="21" y="44969"/>
                  </a:lnTo>
                  <a:lnTo>
                    <a:pt x="21" y="44972"/>
                  </a:lnTo>
                  <a:lnTo>
                    <a:pt x="21" y="44977"/>
                  </a:lnTo>
                  <a:lnTo>
                    <a:pt x="17" y="44977"/>
                  </a:lnTo>
                  <a:lnTo>
                    <a:pt x="17" y="44981"/>
                  </a:lnTo>
                  <a:lnTo>
                    <a:pt x="17" y="44985"/>
                  </a:lnTo>
                  <a:lnTo>
                    <a:pt x="17" y="44988"/>
                  </a:lnTo>
                  <a:lnTo>
                    <a:pt x="17" y="44992"/>
                  </a:lnTo>
                  <a:lnTo>
                    <a:pt x="17" y="44996"/>
                  </a:lnTo>
                  <a:cubicBezTo>
                    <a:pt x="17" y="45001"/>
                    <a:pt x="17" y="45001"/>
                    <a:pt x="13" y="45001"/>
                  </a:cubicBezTo>
                  <a:lnTo>
                    <a:pt x="13" y="45004"/>
                  </a:lnTo>
                  <a:lnTo>
                    <a:pt x="13" y="45008"/>
                  </a:lnTo>
                  <a:lnTo>
                    <a:pt x="13" y="45024"/>
                  </a:lnTo>
                  <a:lnTo>
                    <a:pt x="13" y="45028"/>
                  </a:lnTo>
                  <a:lnTo>
                    <a:pt x="8" y="45028"/>
                  </a:lnTo>
                  <a:lnTo>
                    <a:pt x="8" y="45032"/>
                  </a:lnTo>
                  <a:lnTo>
                    <a:pt x="8" y="45036"/>
                  </a:lnTo>
                  <a:lnTo>
                    <a:pt x="8" y="45039"/>
                  </a:lnTo>
                  <a:lnTo>
                    <a:pt x="8" y="45043"/>
                  </a:lnTo>
                  <a:lnTo>
                    <a:pt x="8" y="45048"/>
                  </a:lnTo>
                  <a:lnTo>
                    <a:pt x="8" y="45052"/>
                  </a:lnTo>
                  <a:lnTo>
                    <a:pt x="8" y="45055"/>
                  </a:lnTo>
                  <a:lnTo>
                    <a:pt x="4" y="45055"/>
                  </a:lnTo>
                  <a:lnTo>
                    <a:pt x="4" y="45059"/>
                  </a:lnTo>
                  <a:lnTo>
                    <a:pt x="4" y="45063"/>
                  </a:lnTo>
                  <a:lnTo>
                    <a:pt x="4" y="45072"/>
                  </a:lnTo>
                  <a:lnTo>
                    <a:pt x="4" y="45075"/>
                  </a:lnTo>
                  <a:lnTo>
                    <a:pt x="4" y="45079"/>
                  </a:lnTo>
                  <a:lnTo>
                    <a:pt x="1" y="45079"/>
                  </a:lnTo>
                  <a:lnTo>
                    <a:pt x="1" y="45083"/>
                  </a:lnTo>
                  <a:cubicBezTo>
                    <a:pt x="996" y="45921"/>
                    <a:pt x="1999" y="46515"/>
                    <a:pt x="2959" y="46936"/>
                  </a:cubicBezTo>
                  <a:cubicBezTo>
                    <a:pt x="3454" y="47152"/>
                    <a:pt x="3939" y="47325"/>
                    <a:pt x="4403" y="47459"/>
                  </a:cubicBezTo>
                  <a:lnTo>
                    <a:pt x="4411" y="47459"/>
                  </a:lnTo>
                  <a:cubicBezTo>
                    <a:pt x="5634" y="47813"/>
                    <a:pt x="6712" y="47899"/>
                    <a:pt x="7483" y="47899"/>
                  </a:cubicBezTo>
                  <a:cubicBezTo>
                    <a:pt x="8258" y="47899"/>
                    <a:pt x="8726" y="47810"/>
                    <a:pt x="8726" y="47810"/>
                  </a:cubicBezTo>
                  <a:lnTo>
                    <a:pt x="9383" y="35594"/>
                  </a:lnTo>
                  <a:lnTo>
                    <a:pt x="10110" y="47810"/>
                  </a:lnTo>
                  <a:cubicBezTo>
                    <a:pt x="11267" y="47888"/>
                    <a:pt x="12369" y="47923"/>
                    <a:pt x="13411" y="47923"/>
                  </a:cubicBezTo>
                  <a:cubicBezTo>
                    <a:pt x="16185" y="47923"/>
                    <a:pt x="18545" y="47679"/>
                    <a:pt x="20437" y="47365"/>
                  </a:cubicBezTo>
                  <a:cubicBezTo>
                    <a:pt x="20807" y="47305"/>
                    <a:pt x="21157" y="47243"/>
                    <a:pt x="21487" y="47176"/>
                  </a:cubicBezTo>
                  <a:cubicBezTo>
                    <a:pt x="24257" y="46633"/>
                    <a:pt x="25779" y="45987"/>
                    <a:pt x="25850" y="45956"/>
                  </a:cubicBezTo>
                  <a:cubicBezTo>
                    <a:pt x="25559" y="23270"/>
                    <a:pt x="20288" y="12801"/>
                    <a:pt x="20288" y="12801"/>
                  </a:cubicBezTo>
                  <a:cubicBezTo>
                    <a:pt x="20288" y="12801"/>
                    <a:pt x="22829" y="7821"/>
                    <a:pt x="23321" y="4478"/>
                  </a:cubicBezTo>
                  <a:cubicBezTo>
                    <a:pt x="23328" y="4427"/>
                    <a:pt x="23337" y="4379"/>
                    <a:pt x="23341" y="4328"/>
                  </a:cubicBezTo>
                  <a:cubicBezTo>
                    <a:pt x="23344" y="4324"/>
                    <a:pt x="23344" y="4324"/>
                    <a:pt x="23344" y="4320"/>
                  </a:cubicBezTo>
                  <a:lnTo>
                    <a:pt x="23344" y="4316"/>
                  </a:lnTo>
                  <a:lnTo>
                    <a:pt x="23344" y="4309"/>
                  </a:lnTo>
                  <a:lnTo>
                    <a:pt x="23344" y="4304"/>
                  </a:lnTo>
                  <a:cubicBezTo>
                    <a:pt x="23344" y="4300"/>
                    <a:pt x="23344" y="4300"/>
                    <a:pt x="23348" y="4300"/>
                  </a:cubicBezTo>
                  <a:lnTo>
                    <a:pt x="23348" y="4293"/>
                  </a:lnTo>
                  <a:lnTo>
                    <a:pt x="23348" y="4289"/>
                  </a:lnTo>
                  <a:lnTo>
                    <a:pt x="23348" y="4280"/>
                  </a:lnTo>
                  <a:lnTo>
                    <a:pt x="23348" y="4277"/>
                  </a:lnTo>
                  <a:cubicBezTo>
                    <a:pt x="23600" y="2408"/>
                    <a:pt x="24076" y="1047"/>
                    <a:pt x="23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59"/>
            <p:cNvSpPr/>
            <p:nvPr/>
          </p:nvSpPr>
          <p:spPr>
            <a:xfrm>
              <a:off x="4478116" y="4859013"/>
              <a:ext cx="405165" cy="204679"/>
            </a:xfrm>
            <a:custGeom>
              <a:rect b="b" l="l" r="r" t="t"/>
              <a:pathLst>
                <a:path extrusionOk="0" h="7516" w="14878">
                  <a:moveTo>
                    <a:pt x="12501" y="0"/>
                  </a:moveTo>
                  <a:lnTo>
                    <a:pt x="6495" y="4745"/>
                  </a:lnTo>
                  <a:cubicBezTo>
                    <a:pt x="6495" y="4745"/>
                    <a:pt x="6361" y="3151"/>
                    <a:pt x="5645" y="2817"/>
                  </a:cubicBezTo>
                  <a:cubicBezTo>
                    <a:pt x="4330" y="2345"/>
                    <a:pt x="3695" y="2173"/>
                    <a:pt x="3468" y="2173"/>
                  </a:cubicBezTo>
                  <a:cubicBezTo>
                    <a:pt x="2855" y="2173"/>
                    <a:pt x="5236" y="3434"/>
                    <a:pt x="5236" y="3434"/>
                  </a:cubicBezTo>
                  <a:cubicBezTo>
                    <a:pt x="0" y="3470"/>
                    <a:pt x="4799" y="3977"/>
                    <a:pt x="4799" y="3977"/>
                  </a:cubicBezTo>
                  <a:cubicBezTo>
                    <a:pt x="2290" y="4928"/>
                    <a:pt x="2154" y="5182"/>
                    <a:pt x="2723" y="5182"/>
                  </a:cubicBezTo>
                  <a:cubicBezTo>
                    <a:pt x="3373" y="5182"/>
                    <a:pt x="4944" y="4850"/>
                    <a:pt x="4944" y="4850"/>
                  </a:cubicBezTo>
                  <a:lnTo>
                    <a:pt x="4944" y="4850"/>
                  </a:lnTo>
                  <a:cubicBezTo>
                    <a:pt x="2972" y="6439"/>
                    <a:pt x="2486" y="6934"/>
                    <a:pt x="2645" y="6934"/>
                  </a:cubicBezTo>
                  <a:cubicBezTo>
                    <a:pt x="2910" y="6934"/>
                    <a:pt x="4944" y="5578"/>
                    <a:pt x="4944" y="5578"/>
                  </a:cubicBezTo>
                  <a:cubicBezTo>
                    <a:pt x="4944" y="5578"/>
                    <a:pt x="4944" y="6889"/>
                    <a:pt x="5963" y="7466"/>
                  </a:cubicBezTo>
                  <a:cubicBezTo>
                    <a:pt x="6022" y="7500"/>
                    <a:pt x="6103" y="7516"/>
                    <a:pt x="6204" y="7516"/>
                  </a:cubicBezTo>
                  <a:cubicBezTo>
                    <a:pt x="7862" y="7516"/>
                    <a:pt x="14878" y="3261"/>
                    <a:pt x="14878" y="3261"/>
                  </a:cubicBezTo>
                  <a:lnTo>
                    <a:pt x="12501" y="0"/>
                  </a:ln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59"/>
            <p:cNvSpPr/>
            <p:nvPr/>
          </p:nvSpPr>
          <p:spPr>
            <a:xfrm>
              <a:off x="4567221" y="4530943"/>
              <a:ext cx="425344" cy="528937"/>
            </a:xfrm>
            <a:custGeom>
              <a:rect b="b" l="l" r="r" t="t"/>
              <a:pathLst>
                <a:path extrusionOk="0" h="19423" w="15619">
                  <a:moveTo>
                    <a:pt x="1510" y="1"/>
                  </a:moveTo>
                  <a:cubicBezTo>
                    <a:pt x="562" y="1"/>
                    <a:pt x="0" y="210"/>
                    <a:pt x="0" y="210"/>
                  </a:cubicBezTo>
                  <a:cubicBezTo>
                    <a:pt x="131" y="4380"/>
                    <a:pt x="8946" y="11225"/>
                    <a:pt x="8946" y="11225"/>
                  </a:cubicBezTo>
                  <a:lnTo>
                    <a:pt x="3419" y="15733"/>
                  </a:lnTo>
                  <a:lnTo>
                    <a:pt x="5280" y="19423"/>
                  </a:lnTo>
                  <a:cubicBezTo>
                    <a:pt x="5280" y="19423"/>
                    <a:pt x="13034" y="15332"/>
                    <a:pt x="14324" y="13117"/>
                  </a:cubicBezTo>
                  <a:cubicBezTo>
                    <a:pt x="15618" y="10902"/>
                    <a:pt x="11370" y="5785"/>
                    <a:pt x="7310" y="2394"/>
                  </a:cubicBezTo>
                  <a:cubicBezTo>
                    <a:pt x="4936" y="413"/>
                    <a:pt x="2842" y="1"/>
                    <a:pt x="1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59"/>
            <p:cNvSpPr/>
            <p:nvPr/>
          </p:nvSpPr>
          <p:spPr>
            <a:xfrm>
              <a:off x="4280027" y="4528083"/>
              <a:ext cx="354703" cy="361593"/>
            </a:xfrm>
            <a:custGeom>
              <a:rect b="b" l="l" r="r" t="t"/>
              <a:pathLst>
                <a:path extrusionOk="0" h="13278" w="13025">
                  <a:moveTo>
                    <a:pt x="12345" y="0"/>
                  </a:moveTo>
                  <a:lnTo>
                    <a:pt x="12903" y="4452"/>
                  </a:lnTo>
                  <a:lnTo>
                    <a:pt x="12903" y="4452"/>
                  </a:lnTo>
                  <a:lnTo>
                    <a:pt x="9520" y="4167"/>
                  </a:lnTo>
                  <a:lnTo>
                    <a:pt x="9347" y="4151"/>
                  </a:lnTo>
                  <a:lnTo>
                    <a:pt x="9453" y="4289"/>
                  </a:lnTo>
                  <a:lnTo>
                    <a:pt x="10889" y="6172"/>
                  </a:lnTo>
                  <a:lnTo>
                    <a:pt x="6727" y="9556"/>
                  </a:lnTo>
                  <a:cubicBezTo>
                    <a:pt x="5364" y="10664"/>
                    <a:pt x="3997" y="11772"/>
                    <a:pt x="2641" y="12891"/>
                  </a:cubicBezTo>
                  <a:lnTo>
                    <a:pt x="2641" y="12891"/>
                  </a:lnTo>
                  <a:lnTo>
                    <a:pt x="1762" y="8997"/>
                  </a:lnTo>
                  <a:lnTo>
                    <a:pt x="850" y="4987"/>
                  </a:lnTo>
                  <a:lnTo>
                    <a:pt x="2652" y="3855"/>
                  </a:lnTo>
                  <a:lnTo>
                    <a:pt x="2773" y="3777"/>
                  </a:lnTo>
                  <a:lnTo>
                    <a:pt x="2636" y="3742"/>
                  </a:lnTo>
                  <a:lnTo>
                    <a:pt x="104" y="3068"/>
                  </a:lnTo>
                  <a:lnTo>
                    <a:pt x="104" y="3068"/>
                  </a:lnTo>
                  <a:lnTo>
                    <a:pt x="1381" y="178"/>
                  </a:lnTo>
                  <a:lnTo>
                    <a:pt x="1381" y="178"/>
                  </a:lnTo>
                  <a:lnTo>
                    <a:pt x="19" y="3076"/>
                  </a:lnTo>
                  <a:lnTo>
                    <a:pt x="0" y="3116"/>
                  </a:lnTo>
                  <a:lnTo>
                    <a:pt x="43" y="3132"/>
                  </a:lnTo>
                  <a:lnTo>
                    <a:pt x="2458" y="3823"/>
                  </a:lnTo>
                  <a:lnTo>
                    <a:pt x="2458" y="3823"/>
                  </a:lnTo>
                  <a:lnTo>
                    <a:pt x="720" y="4886"/>
                  </a:lnTo>
                  <a:lnTo>
                    <a:pt x="673" y="4914"/>
                  </a:lnTo>
                  <a:lnTo>
                    <a:pt x="685" y="4969"/>
                  </a:lnTo>
                  <a:lnTo>
                    <a:pt x="1570" y="9040"/>
                  </a:lnTo>
                  <a:lnTo>
                    <a:pt x="2467" y="13108"/>
                  </a:lnTo>
                  <a:lnTo>
                    <a:pt x="2506" y="13278"/>
                  </a:lnTo>
                  <a:lnTo>
                    <a:pt x="2639" y="13167"/>
                  </a:lnTo>
                  <a:cubicBezTo>
                    <a:pt x="4052" y="12022"/>
                    <a:pt x="5457" y="10874"/>
                    <a:pt x="6860" y="9717"/>
                  </a:cubicBezTo>
                  <a:lnTo>
                    <a:pt x="11074" y="6259"/>
                  </a:lnTo>
                  <a:lnTo>
                    <a:pt x="11145" y="6204"/>
                  </a:lnTo>
                  <a:lnTo>
                    <a:pt x="11089" y="6133"/>
                  </a:lnTo>
                  <a:lnTo>
                    <a:pt x="9679" y="4332"/>
                  </a:lnTo>
                  <a:lnTo>
                    <a:pt x="9679" y="4332"/>
                  </a:lnTo>
                  <a:lnTo>
                    <a:pt x="12959" y="4560"/>
                  </a:lnTo>
                  <a:lnTo>
                    <a:pt x="13025" y="4568"/>
                  </a:lnTo>
                  <a:lnTo>
                    <a:pt x="13013" y="4501"/>
                  </a:lnTo>
                  <a:lnTo>
                    <a:pt x="123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59"/>
            <p:cNvSpPr/>
            <p:nvPr/>
          </p:nvSpPr>
          <p:spPr>
            <a:xfrm>
              <a:off x="3703215" y="4584428"/>
              <a:ext cx="302880" cy="414288"/>
            </a:xfrm>
            <a:custGeom>
              <a:rect b="b" l="l" r="r" t="t"/>
              <a:pathLst>
                <a:path extrusionOk="0" h="15213" w="11122">
                  <a:moveTo>
                    <a:pt x="1" y="1"/>
                  </a:moveTo>
                  <a:lnTo>
                    <a:pt x="1" y="15213"/>
                  </a:lnTo>
                  <a:lnTo>
                    <a:pt x="11122" y="15213"/>
                  </a:lnTo>
                  <a:lnTo>
                    <a:pt x="111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59"/>
            <p:cNvSpPr/>
            <p:nvPr/>
          </p:nvSpPr>
          <p:spPr>
            <a:xfrm>
              <a:off x="3721107" y="4608964"/>
              <a:ext cx="267124" cy="365324"/>
            </a:xfrm>
            <a:custGeom>
              <a:rect b="b" l="l" r="r" t="t"/>
              <a:pathLst>
                <a:path extrusionOk="0" h="13415" w="9809">
                  <a:moveTo>
                    <a:pt x="1" y="1"/>
                  </a:moveTo>
                  <a:lnTo>
                    <a:pt x="1" y="13415"/>
                  </a:lnTo>
                  <a:lnTo>
                    <a:pt x="9809" y="13415"/>
                  </a:lnTo>
                  <a:lnTo>
                    <a:pt x="98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59"/>
            <p:cNvSpPr/>
            <p:nvPr/>
          </p:nvSpPr>
          <p:spPr>
            <a:xfrm>
              <a:off x="3790114" y="4565147"/>
              <a:ext cx="129109" cy="51224"/>
            </a:xfrm>
            <a:custGeom>
              <a:rect b="b" l="l" r="r" t="t"/>
              <a:pathLst>
                <a:path extrusionOk="0" h="1881" w="4741">
                  <a:moveTo>
                    <a:pt x="1421" y="1"/>
                  </a:moveTo>
                  <a:cubicBezTo>
                    <a:pt x="1157" y="1"/>
                    <a:pt x="968" y="257"/>
                    <a:pt x="1047" y="508"/>
                  </a:cubicBezTo>
                  <a:cubicBezTo>
                    <a:pt x="1122" y="736"/>
                    <a:pt x="973" y="972"/>
                    <a:pt x="736" y="1007"/>
                  </a:cubicBezTo>
                  <a:lnTo>
                    <a:pt x="0" y="1118"/>
                  </a:lnTo>
                  <a:lnTo>
                    <a:pt x="0" y="1881"/>
                  </a:lnTo>
                  <a:lnTo>
                    <a:pt x="4741" y="1881"/>
                  </a:lnTo>
                  <a:lnTo>
                    <a:pt x="4741" y="1118"/>
                  </a:lnTo>
                  <a:lnTo>
                    <a:pt x="4005" y="1007"/>
                  </a:lnTo>
                  <a:cubicBezTo>
                    <a:pt x="3769" y="972"/>
                    <a:pt x="3620" y="736"/>
                    <a:pt x="3691" y="508"/>
                  </a:cubicBezTo>
                  <a:cubicBezTo>
                    <a:pt x="3773" y="257"/>
                    <a:pt x="3584" y="1"/>
                    <a:pt x="33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59"/>
            <p:cNvSpPr/>
            <p:nvPr/>
          </p:nvSpPr>
          <p:spPr>
            <a:xfrm>
              <a:off x="3751444" y="4651283"/>
              <a:ext cx="63016" cy="63016"/>
            </a:xfrm>
            <a:custGeom>
              <a:rect b="b" l="l" r="r" t="t"/>
              <a:pathLst>
                <a:path extrusionOk="0" h="2314" w="2314">
                  <a:moveTo>
                    <a:pt x="0" y="1"/>
                  </a:moveTo>
                  <a:lnTo>
                    <a:pt x="0" y="2314"/>
                  </a:lnTo>
                  <a:lnTo>
                    <a:pt x="2313" y="2314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59"/>
            <p:cNvSpPr/>
            <p:nvPr/>
          </p:nvSpPr>
          <p:spPr>
            <a:xfrm>
              <a:off x="3756809" y="4655886"/>
              <a:ext cx="54438" cy="43191"/>
            </a:xfrm>
            <a:custGeom>
              <a:rect b="b" l="l" r="r" t="t"/>
              <a:pathLst>
                <a:path extrusionOk="0" h="1586" w="1999">
                  <a:moveTo>
                    <a:pt x="1998" y="1"/>
                  </a:moveTo>
                  <a:lnTo>
                    <a:pt x="960" y="1295"/>
                  </a:lnTo>
                  <a:lnTo>
                    <a:pt x="307" y="551"/>
                  </a:lnTo>
                  <a:lnTo>
                    <a:pt x="0" y="551"/>
                  </a:lnTo>
                  <a:lnTo>
                    <a:pt x="960" y="1586"/>
                  </a:lnTo>
                  <a:lnTo>
                    <a:pt x="19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59"/>
            <p:cNvSpPr/>
            <p:nvPr/>
          </p:nvSpPr>
          <p:spPr>
            <a:xfrm>
              <a:off x="3825462" y="4659753"/>
              <a:ext cx="132432" cy="2260"/>
            </a:xfrm>
            <a:custGeom>
              <a:rect b="b" l="l" r="r" t="t"/>
              <a:pathLst>
                <a:path extrusionOk="0" h="83" w="4863">
                  <a:moveTo>
                    <a:pt x="0" y="0"/>
                  </a:moveTo>
                  <a:lnTo>
                    <a:pt x="0" y="82"/>
                  </a:lnTo>
                  <a:lnTo>
                    <a:pt x="4863" y="82"/>
                  </a:lnTo>
                  <a:lnTo>
                    <a:pt x="4863" y="0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59"/>
            <p:cNvSpPr/>
            <p:nvPr/>
          </p:nvSpPr>
          <p:spPr>
            <a:xfrm>
              <a:off x="3825462" y="4681702"/>
              <a:ext cx="132432" cy="2288"/>
            </a:xfrm>
            <a:custGeom>
              <a:rect b="b" l="l" r="r" t="t"/>
              <a:pathLst>
                <a:path extrusionOk="0" h="84" w="4863">
                  <a:moveTo>
                    <a:pt x="0" y="1"/>
                  </a:moveTo>
                  <a:lnTo>
                    <a:pt x="0" y="84"/>
                  </a:lnTo>
                  <a:lnTo>
                    <a:pt x="4863" y="84"/>
                  </a:lnTo>
                  <a:lnTo>
                    <a:pt x="4863" y="1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59"/>
            <p:cNvSpPr/>
            <p:nvPr/>
          </p:nvSpPr>
          <p:spPr>
            <a:xfrm>
              <a:off x="3825462" y="4703651"/>
              <a:ext cx="132432" cy="2288"/>
            </a:xfrm>
            <a:custGeom>
              <a:rect b="b" l="l" r="r" t="t"/>
              <a:pathLst>
                <a:path extrusionOk="0" h="84" w="4863">
                  <a:moveTo>
                    <a:pt x="0" y="1"/>
                  </a:moveTo>
                  <a:lnTo>
                    <a:pt x="0" y="84"/>
                  </a:lnTo>
                  <a:lnTo>
                    <a:pt x="4863" y="84"/>
                  </a:lnTo>
                  <a:lnTo>
                    <a:pt x="4863" y="1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59"/>
            <p:cNvSpPr/>
            <p:nvPr/>
          </p:nvSpPr>
          <p:spPr>
            <a:xfrm>
              <a:off x="3751444" y="4729059"/>
              <a:ext cx="63016" cy="63016"/>
            </a:xfrm>
            <a:custGeom>
              <a:rect b="b" l="l" r="r" t="t"/>
              <a:pathLst>
                <a:path extrusionOk="0" h="2314" w="2314">
                  <a:moveTo>
                    <a:pt x="0" y="1"/>
                  </a:moveTo>
                  <a:lnTo>
                    <a:pt x="0" y="2314"/>
                  </a:lnTo>
                  <a:lnTo>
                    <a:pt x="2313" y="2314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59"/>
            <p:cNvSpPr/>
            <p:nvPr/>
          </p:nvSpPr>
          <p:spPr>
            <a:xfrm>
              <a:off x="3756809" y="4733662"/>
              <a:ext cx="54438" cy="43191"/>
            </a:xfrm>
            <a:custGeom>
              <a:rect b="b" l="l" r="r" t="t"/>
              <a:pathLst>
                <a:path extrusionOk="0" h="1586" w="1999">
                  <a:moveTo>
                    <a:pt x="1998" y="1"/>
                  </a:moveTo>
                  <a:lnTo>
                    <a:pt x="960" y="1295"/>
                  </a:lnTo>
                  <a:lnTo>
                    <a:pt x="307" y="547"/>
                  </a:lnTo>
                  <a:lnTo>
                    <a:pt x="0" y="547"/>
                  </a:lnTo>
                  <a:lnTo>
                    <a:pt x="960" y="1586"/>
                  </a:lnTo>
                  <a:lnTo>
                    <a:pt x="19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59"/>
            <p:cNvSpPr/>
            <p:nvPr/>
          </p:nvSpPr>
          <p:spPr>
            <a:xfrm>
              <a:off x="3825462" y="4737420"/>
              <a:ext cx="132432" cy="2369"/>
            </a:xfrm>
            <a:custGeom>
              <a:rect b="b" l="l" r="r" t="t"/>
              <a:pathLst>
                <a:path extrusionOk="0" h="87" w="4863">
                  <a:moveTo>
                    <a:pt x="0" y="1"/>
                  </a:moveTo>
                  <a:lnTo>
                    <a:pt x="0" y="86"/>
                  </a:lnTo>
                  <a:lnTo>
                    <a:pt x="4863" y="86"/>
                  </a:lnTo>
                  <a:lnTo>
                    <a:pt x="4863" y="1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59"/>
            <p:cNvSpPr/>
            <p:nvPr/>
          </p:nvSpPr>
          <p:spPr>
            <a:xfrm>
              <a:off x="3825462" y="4759369"/>
              <a:ext cx="132432" cy="2396"/>
            </a:xfrm>
            <a:custGeom>
              <a:rect b="b" l="l" r="r" t="t"/>
              <a:pathLst>
                <a:path extrusionOk="0" h="88" w="4863">
                  <a:moveTo>
                    <a:pt x="0" y="1"/>
                  </a:moveTo>
                  <a:lnTo>
                    <a:pt x="0" y="88"/>
                  </a:lnTo>
                  <a:lnTo>
                    <a:pt x="4863" y="88"/>
                  </a:lnTo>
                  <a:lnTo>
                    <a:pt x="4863" y="1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59"/>
            <p:cNvSpPr/>
            <p:nvPr/>
          </p:nvSpPr>
          <p:spPr>
            <a:xfrm>
              <a:off x="3825462" y="4781346"/>
              <a:ext cx="132432" cy="2369"/>
            </a:xfrm>
            <a:custGeom>
              <a:rect b="b" l="l" r="r" t="t"/>
              <a:pathLst>
                <a:path extrusionOk="0" h="87" w="4863">
                  <a:moveTo>
                    <a:pt x="0" y="0"/>
                  </a:moveTo>
                  <a:lnTo>
                    <a:pt x="0" y="87"/>
                  </a:lnTo>
                  <a:lnTo>
                    <a:pt x="4863" y="87"/>
                  </a:lnTo>
                  <a:lnTo>
                    <a:pt x="4863" y="0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59"/>
            <p:cNvSpPr/>
            <p:nvPr/>
          </p:nvSpPr>
          <p:spPr>
            <a:xfrm>
              <a:off x="3751444" y="4806726"/>
              <a:ext cx="63016" cy="63125"/>
            </a:xfrm>
            <a:custGeom>
              <a:rect b="b" l="l" r="r" t="t"/>
              <a:pathLst>
                <a:path extrusionOk="0" h="2318" w="2314">
                  <a:moveTo>
                    <a:pt x="0" y="1"/>
                  </a:moveTo>
                  <a:lnTo>
                    <a:pt x="0" y="2318"/>
                  </a:lnTo>
                  <a:lnTo>
                    <a:pt x="2313" y="2318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59"/>
            <p:cNvSpPr/>
            <p:nvPr/>
          </p:nvSpPr>
          <p:spPr>
            <a:xfrm>
              <a:off x="3756809" y="4811329"/>
              <a:ext cx="54438" cy="43218"/>
            </a:xfrm>
            <a:custGeom>
              <a:rect b="b" l="l" r="r" t="t"/>
              <a:pathLst>
                <a:path extrusionOk="0" h="1587" w="1999">
                  <a:moveTo>
                    <a:pt x="1998" y="1"/>
                  </a:moveTo>
                  <a:lnTo>
                    <a:pt x="960" y="1299"/>
                  </a:lnTo>
                  <a:lnTo>
                    <a:pt x="307" y="551"/>
                  </a:lnTo>
                  <a:lnTo>
                    <a:pt x="0" y="551"/>
                  </a:lnTo>
                  <a:lnTo>
                    <a:pt x="960" y="1586"/>
                  </a:lnTo>
                  <a:lnTo>
                    <a:pt x="19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59"/>
            <p:cNvSpPr/>
            <p:nvPr/>
          </p:nvSpPr>
          <p:spPr>
            <a:xfrm>
              <a:off x="3825462" y="4815196"/>
              <a:ext cx="132432" cy="2260"/>
            </a:xfrm>
            <a:custGeom>
              <a:rect b="b" l="l" r="r" t="t"/>
              <a:pathLst>
                <a:path extrusionOk="0" h="83" w="4863">
                  <a:moveTo>
                    <a:pt x="0" y="0"/>
                  </a:moveTo>
                  <a:lnTo>
                    <a:pt x="0" y="83"/>
                  </a:lnTo>
                  <a:lnTo>
                    <a:pt x="4863" y="83"/>
                  </a:lnTo>
                  <a:lnTo>
                    <a:pt x="4863" y="0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59"/>
            <p:cNvSpPr/>
            <p:nvPr/>
          </p:nvSpPr>
          <p:spPr>
            <a:xfrm>
              <a:off x="3825462" y="4837145"/>
              <a:ext cx="132432" cy="2260"/>
            </a:xfrm>
            <a:custGeom>
              <a:rect b="b" l="l" r="r" t="t"/>
              <a:pathLst>
                <a:path extrusionOk="0" h="83" w="4863">
                  <a:moveTo>
                    <a:pt x="0" y="1"/>
                  </a:moveTo>
                  <a:lnTo>
                    <a:pt x="0" y="83"/>
                  </a:lnTo>
                  <a:lnTo>
                    <a:pt x="4863" y="83"/>
                  </a:lnTo>
                  <a:lnTo>
                    <a:pt x="4863" y="1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59"/>
            <p:cNvSpPr/>
            <p:nvPr/>
          </p:nvSpPr>
          <p:spPr>
            <a:xfrm>
              <a:off x="3825462" y="4859122"/>
              <a:ext cx="132432" cy="2288"/>
            </a:xfrm>
            <a:custGeom>
              <a:rect b="b" l="l" r="r" t="t"/>
              <a:pathLst>
                <a:path extrusionOk="0" h="84" w="4863">
                  <a:moveTo>
                    <a:pt x="0" y="0"/>
                  </a:moveTo>
                  <a:lnTo>
                    <a:pt x="0" y="83"/>
                  </a:lnTo>
                  <a:lnTo>
                    <a:pt x="4863" y="83"/>
                  </a:lnTo>
                  <a:lnTo>
                    <a:pt x="4863" y="0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59"/>
            <p:cNvSpPr/>
            <p:nvPr/>
          </p:nvSpPr>
          <p:spPr>
            <a:xfrm>
              <a:off x="3751444" y="4884502"/>
              <a:ext cx="63016" cy="63016"/>
            </a:xfrm>
            <a:custGeom>
              <a:rect b="b" l="l" r="r" t="t"/>
              <a:pathLst>
                <a:path extrusionOk="0" h="2314" w="2314">
                  <a:moveTo>
                    <a:pt x="0" y="1"/>
                  </a:moveTo>
                  <a:lnTo>
                    <a:pt x="0" y="2314"/>
                  </a:lnTo>
                  <a:lnTo>
                    <a:pt x="2313" y="2314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59"/>
            <p:cNvSpPr/>
            <p:nvPr/>
          </p:nvSpPr>
          <p:spPr>
            <a:xfrm>
              <a:off x="3756809" y="4889105"/>
              <a:ext cx="54438" cy="43218"/>
            </a:xfrm>
            <a:custGeom>
              <a:rect b="b" l="l" r="r" t="t"/>
              <a:pathLst>
                <a:path extrusionOk="0" h="1587" w="1999">
                  <a:moveTo>
                    <a:pt x="1998" y="1"/>
                  </a:moveTo>
                  <a:lnTo>
                    <a:pt x="960" y="1295"/>
                  </a:lnTo>
                  <a:lnTo>
                    <a:pt x="307" y="548"/>
                  </a:lnTo>
                  <a:lnTo>
                    <a:pt x="0" y="548"/>
                  </a:lnTo>
                  <a:lnTo>
                    <a:pt x="960" y="1586"/>
                  </a:lnTo>
                  <a:lnTo>
                    <a:pt x="19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59"/>
            <p:cNvSpPr/>
            <p:nvPr/>
          </p:nvSpPr>
          <p:spPr>
            <a:xfrm>
              <a:off x="3825462" y="4892863"/>
              <a:ext cx="132432" cy="2369"/>
            </a:xfrm>
            <a:custGeom>
              <a:rect b="b" l="l" r="r" t="t"/>
              <a:pathLst>
                <a:path extrusionOk="0" h="87" w="4863">
                  <a:moveTo>
                    <a:pt x="0" y="1"/>
                  </a:moveTo>
                  <a:lnTo>
                    <a:pt x="0" y="87"/>
                  </a:lnTo>
                  <a:lnTo>
                    <a:pt x="4863" y="87"/>
                  </a:lnTo>
                  <a:lnTo>
                    <a:pt x="4863" y="1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59"/>
            <p:cNvSpPr/>
            <p:nvPr/>
          </p:nvSpPr>
          <p:spPr>
            <a:xfrm>
              <a:off x="3825462" y="4914839"/>
              <a:ext cx="132432" cy="2342"/>
            </a:xfrm>
            <a:custGeom>
              <a:rect b="b" l="l" r="r" t="t"/>
              <a:pathLst>
                <a:path extrusionOk="0" h="86" w="4863">
                  <a:moveTo>
                    <a:pt x="0" y="0"/>
                  </a:moveTo>
                  <a:lnTo>
                    <a:pt x="0" y="86"/>
                  </a:lnTo>
                  <a:lnTo>
                    <a:pt x="4863" y="86"/>
                  </a:lnTo>
                  <a:lnTo>
                    <a:pt x="4863" y="0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59"/>
            <p:cNvSpPr/>
            <p:nvPr/>
          </p:nvSpPr>
          <p:spPr>
            <a:xfrm>
              <a:off x="3825462" y="4936789"/>
              <a:ext cx="132432" cy="2396"/>
            </a:xfrm>
            <a:custGeom>
              <a:rect b="b" l="l" r="r" t="t"/>
              <a:pathLst>
                <a:path extrusionOk="0" h="88" w="4863">
                  <a:moveTo>
                    <a:pt x="0" y="0"/>
                  </a:moveTo>
                  <a:lnTo>
                    <a:pt x="0" y="87"/>
                  </a:lnTo>
                  <a:lnTo>
                    <a:pt x="4863" y="87"/>
                  </a:lnTo>
                  <a:lnTo>
                    <a:pt x="4863" y="0"/>
                  </a:lnTo>
                  <a:close/>
                </a:path>
              </a:pathLst>
            </a:custGeom>
            <a:solidFill>
              <a:srgbClr val="091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59"/>
            <p:cNvSpPr/>
            <p:nvPr/>
          </p:nvSpPr>
          <p:spPr>
            <a:xfrm>
              <a:off x="3752996" y="4554771"/>
              <a:ext cx="119306" cy="102721"/>
            </a:xfrm>
            <a:custGeom>
              <a:rect b="b" l="l" r="r" t="t"/>
              <a:pathLst>
                <a:path extrusionOk="0" h="3772" w="4381">
                  <a:moveTo>
                    <a:pt x="1781" y="1"/>
                  </a:moveTo>
                  <a:cubicBezTo>
                    <a:pt x="906" y="1"/>
                    <a:pt x="166" y="236"/>
                    <a:pt x="54" y="609"/>
                  </a:cubicBezTo>
                  <a:cubicBezTo>
                    <a:pt x="0" y="2479"/>
                    <a:pt x="73" y="3081"/>
                    <a:pt x="187" y="3081"/>
                  </a:cubicBezTo>
                  <a:cubicBezTo>
                    <a:pt x="395" y="3081"/>
                    <a:pt x="742" y="1117"/>
                    <a:pt x="742" y="1117"/>
                  </a:cubicBezTo>
                  <a:cubicBezTo>
                    <a:pt x="934" y="3105"/>
                    <a:pt x="1090" y="3771"/>
                    <a:pt x="1214" y="3771"/>
                  </a:cubicBezTo>
                  <a:cubicBezTo>
                    <a:pt x="1465" y="3771"/>
                    <a:pt x="1580" y="1007"/>
                    <a:pt x="1580" y="1007"/>
                  </a:cubicBezTo>
                  <a:cubicBezTo>
                    <a:pt x="2186" y="3080"/>
                    <a:pt x="2481" y="3771"/>
                    <a:pt x="2605" y="3771"/>
                  </a:cubicBezTo>
                  <a:cubicBezTo>
                    <a:pt x="2853" y="3771"/>
                    <a:pt x="2418" y="1007"/>
                    <a:pt x="2418" y="1007"/>
                  </a:cubicBezTo>
                  <a:lnTo>
                    <a:pt x="2418" y="1007"/>
                  </a:lnTo>
                  <a:cubicBezTo>
                    <a:pt x="3138" y="2519"/>
                    <a:pt x="3452" y="3024"/>
                    <a:pt x="3551" y="3024"/>
                  </a:cubicBezTo>
                  <a:cubicBezTo>
                    <a:pt x="3749" y="3024"/>
                    <a:pt x="3071" y="972"/>
                    <a:pt x="3071" y="972"/>
                  </a:cubicBezTo>
                  <a:cubicBezTo>
                    <a:pt x="3071" y="972"/>
                    <a:pt x="3979" y="861"/>
                    <a:pt x="4381" y="861"/>
                  </a:cubicBezTo>
                  <a:cubicBezTo>
                    <a:pt x="3733" y="252"/>
                    <a:pt x="2685" y="1"/>
                    <a:pt x="1781" y="1"/>
                  </a:cubicBezTo>
                  <a:close/>
                </a:path>
              </a:pathLst>
            </a:custGeom>
            <a:solidFill>
              <a:srgbClr val="D66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7" name="Google Shape;2007;p59"/>
          <p:cNvGrpSpPr/>
          <p:nvPr/>
        </p:nvGrpSpPr>
        <p:grpSpPr>
          <a:xfrm flipH="1">
            <a:off x="8011756" y="2846739"/>
            <a:ext cx="780675" cy="620607"/>
            <a:chOff x="2744849" y="4517299"/>
            <a:chExt cx="416249" cy="330902"/>
          </a:xfrm>
        </p:grpSpPr>
        <p:sp>
          <p:nvSpPr>
            <p:cNvPr id="2008" name="Google Shape;2008;p59"/>
            <p:cNvSpPr/>
            <p:nvPr/>
          </p:nvSpPr>
          <p:spPr>
            <a:xfrm>
              <a:off x="2744849" y="4517299"/>
              <a:ext cx="416249" cy="330902"/>
            </a:xfrm>
            <a:custGeom>
              <a:rect b="b" l="l" r="r" t="t"/>
              <a:pathLst>
                <a:path extrusionOk="0" h="12151" w="15285">
                  <a:moveTo>
                    <a:pt x="5024" y="1"/>
                  </a:moveTo>
                  <a:cubicBezTo>
                    <a:pt x="3877" y="1"/>
                    <a:pt x="2705" y="641"/>
                    <a:pt x="1968" y="2273"/>
                  </a:cubicBezTo>
                  <a:cubicBezTo>
                    <a:pt x="0" y="6616"/>
                    <a:pt x="6889" y="12151"/>
                    <a:pt x="6889" y="12151"/>
                  </a:cubicBezTo>
                  <a:cubicBezTo>
                    <a:pt x="6889" y="12151"/>
                    <a:pt x="15284" y="9389"/>
                    <a:pt x="14969" y="4634"/>
                  </a:cubicBezTo>
                  <a:cubicBezTo>
                    <a:pt x="14806" y="2140"/>
                    <a:pt x="13202" y="989"/>
                    <a:pt x="11615" y="989"/>
                  </a:cubicBezTo>
                  <a:cubicBezTo>
                    <a:pt x="10173" y="989"/>
                    <a:pt x="8744" y="1940"/>
                    <a:pt x="8423" y="3697"/>
                  </a:cubicBezTo>
                  <a:cubicBezTo>
                    <a:pt x="8772" y="1773"/>
                    <a:pt x="6933" y="1"/>
                    <a:pt x="50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59"/>
            <p:cNvSpPr/>
            <p:nvPr/>
          </p:nvSpPr>
          <p:spPr>
            <a:xfrm>
              <a:off x="2821236" y="4619312"/>
              <a:ext cx="295690" cy="94252"/>
            </a:xfrm>
            <a:custGeom>
              <a:rect b="b" l="l" r="r" t="t"/>
              <a:pathLst>
                <a:path extrusionOk="0" h="3461" w="10858">
                  <a:moveTo>
                    <a:pt x="2911" y="0"/>
                  </a:moveTo>
                  <a:cubicBezTo>
                    <a:pt x="2877" y="0"/>
                    <a:pt x="2846" y="16"/>
                    <a:pt x="2825" y="45"/>
                  </a:cubicBezTo>
                  <a:lnTo>
                    <a:pt x="1716" y="1638"/>
                  </a:lnTo>
                  <a:lnTo>
                    <a:pt x="138" y="1351"/>
                  </a:lnTo>
                  <a:cubicBezTo>
                    <a:pt x="133" y="1351"/>
                    <a:pt x="128" y="1350"/>
                    <a:pt x="123" y="1350"/>
                  </a:cubicBezTo>
                  <a:cubicBezTo>
                    <a:pt x="73" y="1350"/>
                    <a:pt x="23" y="1384"/>
                    <a:pt x="13" y="1438"/>
                  </a:cubicBezTo>
                  <a:cubicBezTo>
                    <a:pt x="0" y="1497"/>
                    <a:pt x="40" y="1552"/>
                    <a:pt x="99" y="1564"/>
                  </a:cubicBezTo>
                  <a:lnTo>
                    <a:pt x="1747" y="1863"/>
                  </a:lnTo>
                  <a:cubicBezTo>
                    <a:pt x="1753" y="1864"/>
                    <a:pt x="1759" y="1865"/>
                    <a:pt x="1764" y="1865"/>
                  </a:cubicBezTo>
                  <a:cubicBezTo>
                    <a:pt x="1799" y="1865"/>
                    <a:pt x="1834" y="1846"/>
                    <a:pt x="1854" y="1820"/>
                  </a:cubicBezTo>
                  <a:lnTo>
                    <a:pt x="2813" y="439"/>
                  </a:lnTo>
                  <a:lnTo>
                    <a:pt x="2873" y="2862"/>
                  </a:lnTo>
                  <a:cubicBezTo>
                    <a:pt x="2876" y="2913"/>
                    <a:pt x="2907" y="2952"/>
                    <a:pt x="2955" y="2965"/>
                  </a:cubicBezTo>
                  <a:cubicBezTo>
                    <a:pt x="2964" y="2967"/>
                    <a:pt x="2972" y="2968"/>
                    <a:pt x="2981" y="2968"/>
                  </a:cubicBezTo>
                  <a:cubicBezTo>
                    <a:pt x="3019" y="2968"/>
                    <a:pt x="3054" y="2949"/>
                    <a:pt x="3073" y="2918"/>
                  </a:cubicBezTo>
                  <a:lnTo>
                    <a:pt x="3679" y="1887"/>
                  </a:lnTo>
                  <a:lnTo>
                    <a:pt x="3887" y="2540"/>
                  </a:lnTo>
                  <a:cubicBezTo>
                    <a:pt x="3899" y="2575"/>
                    <a:pt x="3931" y="2602"/>
                    <a:pt x="3966" y="2611"/>
                  </a:cubicBezTo>
                  <a:cubicBezTo>
                    <a:pt x="3974" y="2612"/>
                    <a:pt x="3981" y="2613"/>
                    <a:pt x="3988" y="2613"/>
                  </a:cubicBezTo>
                  <a:cubicBezTo>
                    <a:pt x="4019" y="2613"/>
                    <a:pt x="4046" y="2601"/>
                    <a:pt x="4068" y="2579"/>
                  </a:cubicBezTo>
                  <a:lnTo>
                    <a:pt x="4694" y="1910"/>
                  </a:lnTo>
                  <a:lnTo>
                    <a:pt x="6404" y="2221"/>
                  </a:lnTo>
                  <a:cubicBezTo>
                    <a:pt x="6410" y="2222"/>
                    <a:pt x="6416" y="2222"/>
                    <a:pt x="6422" y="2222"/>
                  </a:cubicBezTo>
                  <a:cubicBezTo>
                    <a:pt x="6464" y="2222"/>
                    <a:pt x="6506" y="2199"/>
                    <a:pt x="6523" y="2158"/>
                  </a:cubicBezTo>
                  <a:lnTo>
                    <a:pt x="7054" y="888"/>
                  </a:lnTo>
                  <a:lnTo>
                    <a:pt x="7160" y="3357"/>
                  </a:lnTo>
                  <a:cubicBezTo>
                    <a:pt x="7165" y="3405"/>
                    <a:pt x="7196" y="3444"/>
                    <a:pt x="7239" y="3456"/>
                  </a:cubicBezTo>
                  <a:cubicBezTo>
                    <a:pt x="7247" y="3460"/>
                    <a:pt x="7259" y="3460"/>
                    <a:pt x="7266" y="3460"/>
                  </a:cubicBezTo>
                  <a:cubicBezTo>
                    <a:pt x="7301" y="3460"/>
                    <a:pt x="7337" y="3444"/>
                    <a:pt x="7357" y="3413"/>
                  </a:cubicBezTo>
                  <a:lnTo>
                    <a:pt x="8167" y="2233"/>
                  </a:lnTo>
                  <a:lnTo>
                    <a:pt x="8352" y="2905"/>
                  </a:lnTo>
                  <a:cubicBezTo>
                    <a:pt x="8364" y="2945"/>
                    <a:pt x="8396" y="2976"/>
                    <a:pt x="8439" y="2984"/>
                  </a:cubicBezTo>
                  <a:lnTo>
                    <a:pt x="10724" y="3397"/>
                  </a:lnTo>
                  <a:cubicBezTo>
                    <a:pt x="10729" y="3398"/>
                    <a:pt x="10734" y="3398"/>
                    <a:pt x="10739" y="3398"/>
                  </a:cubicBezTo>
                  <a:cubicBezTo>
                    <a:pt x="10790" y="3398"/>
                    <a:pt x="10839" y="3364"/>
                    <a:pt x="10850" y="3310"/>
                  </a:cubicBezTo>
                  <a:cubicBezTo>
                    <a:pt x="10858" y="3252"/>
                    <a:pt x="10818" y="3196"/>
                    <a:pt x="10760" y="3185"/>
                  </a:cubicBezTo>
                  <a:lnTo>
                    <a:pt x="8541" y="2783"/>
                  </a:lnTo>
                  <a:lnTo>
                    <a:pt x="8313" y="1954"/>
                  </a:lnTo>
                  <a:cubicBezTo>
                    <a:pt x="8301" y="1914"/>
                    <a:pt x="8269" y="1883"/>
                    <a:pt x="8227" y="1874"/>
                  </a:cubicBezTo>
                  <a:cubicBezTo>
                    <a:pt x="8221" y="1873"/>
                    <a:pt x="8215" y="1873"/>
                    <a:pt x="8210" y="1873"/>
                  </a:cubicBezTo>
                  <a:cubicBezTo>
                    <a:pt x="8175" y="1873"/>
                    <a:pt x="8140" y="1892"/>
                    <a:pt x="8120" y="1921"/>
                  </a:cubicBezTo>
                  <a:lnTo>
                    <a:pt x="7361" y="3027"/>
                  </a:lnTo>
                  <a:lnTo>
                    <a:pt x="7250" y="400"/>
                  </a:lnTo>
                  <a:cubicBezTo>
                    <a:pt x="7247" y="349"/>
                    <a:pt x="7212" y="305"/>
                    <a:pt x="7160" y="298"/>
                  </a:cubicBezTo>
                  <a:cubicBezTo>
                    <a:pt x="7153" y="296"/>
                    <a:pt x="7147" y="296"/>
                    <a:pt x="7141" y="296"/>
                  </a:cubicBezTo>
                  <a:cubicBezTo>
                    <a:pt x="7099" y="296"/>
                    <a:pt x="7059" y="319"/>
                    <a:pt x="7042" y="360"/>
                  </a:cubicBezTo>
                  <a:lnTo>
                    <a:pt x="6357" y="1992"/>
                  </a:lnTo>
                  <a:lnTo>
                    <a:pt x="4674" y="1690"/>
                  </a:lnTo>
                  <a:cubicBezTo>
                    <a:pt x="4667" y="1688"/>
                    <a:pt x="4659" y="1687"/>
                    <a:pt x="4651" y="1687"/>
                  </a:cubicBezTo>
                  <a:cubicBezTo>
                    <a:pt x="4623" y="1687"/>
                    <a:pt x="4594" y="1700"/>
                    <a:pt x="4576" y="1721"/>
                  </a:cubicBezTo>
                  <a:lnTo>
                    <a:pt x="4037" y="2299"/>
                  </a:lnTo>
                  <a:lnTo>
                    <a:pt x="3813" y="1591"/>
                  </a:lnTo>
                  <a:cubicBezTo>
                    <a:pt x="3801" y="1549"/>
                    <a:pt x="3766" y="1520"/>
                    <a:pt x="3722" y="1516"/>
                  </a:cubicBezTo>
                  <a:cubicBezTo>
                    <a:pt x="3719" y="1516"/>
                    <a:pt x="3715" y="1516"/>
                    <a:pt x="3712" y="1516"/>
                  </a:cubicBezTo>
                  <a:cubicBezTo>
                    <a:pt x="3672" y="1516"/>
                    <a:pt x="3637" y="1535"/>
                    <a:pt x="3616" y="1567"/>
                  </a:cubicBezTo>
                  <a:lnTo>
                    <a:pt x="3081" y="2480"/>
                  </a:lnTo>
                  <a:lnTo>
                    <a:pt x="3022" y="104"/>
                  </a:lnTo>
                  <a:cubicBezTo>
                    <a:pt x="3022" y="57"/>
                    <a:pt x="2991" y="18"/>
                    <a:pt x="2947" y="6"/>
                  </a:cubicBezTo>
                  <a:cubicBezTo>
                    <a:pt x="2935" y="2"/>
                    <a:pt x="2923" y="0"/>
                    <a:pt x="2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0" name="Google Shape;2010;p59"/>
          <p:cNvGrpSpPr/>
          <p:nvPr/>
        </p:nvGrpSpPr>
        <p:grpSpPr>
          <a:xfrm flipH="1">
            <a:off x="8891151" y="3429020"/>
            <a:ext cx="1036325" cy="1064468"/>
            <a:chOff x="2247774" y="5066715"/>
            <a:chExt cx="398112" cy="408923"/>
          </a:xfrm>
        </p:grpSpPr>
        <p:sp>
          <p:nvSpPr>
            <p:cNvPr id="2011" name="Google Shape;2011;p59"/>
            <p:cNvSpPr/>
            <p:nvPr/>
          </p:nvSpPr>
          <p:spPr>
            <a:xfrm>
              <a:off x="2247774" y="5066715"/>
              <a:ext cx="398112" cy="408923"/>
            </a:xfrm>
            <a:custGeom>
              <a:rect b="b" l="l" r="r" t="t"/>
              <a:pathLst>
                <a:path extrusionOk="0" h="15016" w="14619">
                  <a:moveTo>
                    <a:pt x="5386" y="1"/>
                  </a:moveTo>
                  <a:lnTo>
                    <a:pt x="1" y="5072"/>
                  </a:lnTo>
                  <a:cubicBezTo>
                    <a:pt x="1" y="5072"/>
                    <a:pt x="1326" y="9738"/>
                    <a:pt x="3352" y="12514"/>
                  </a:cubicBezTo>
                  <a:cubicBezTo>
                    <a:pt x="4956" y="14715"/>
                    <a:pt x="9473" y="15016"/>
                    <a:pt x="10299" y="15016"/>
                  </a:cubicBezTo>
                  <a:cubicBezTo>
                    <a:pt x="10379" y="15016"/>
                    <a:pt x="10424" y="15013"/>
                    <a:pt x="10429" y="15009"/>
                  </a:cubicBezTo>
                  <a:cubicBezTo>
                    <a:pt x="10512" y="15005"/>
                    <a:pt x="14619" y="11728"/>
                    <a:pt x="14564" y="8742"/>
                  </a:cubicBezTo>
                  <a:cubicBezTo>
                    <a:pt x="14501" y="5308"/>
                    <a:pt x="12739" y="792"/>
                    <a:pt x="12739" y="792"/>
                  </a:cubicBezTo>
                  <a:lnTo>
                    <a:pt x="53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59"/>
            <p:cNvSpPr/>
            <p:nvPr/>
          </p:nvSpPr>
          <p:spPr>
            <a:xfrm>
              <a:off x="2353926" y="5156909"/>
              <a:ext cx="207457" cy="207457"/>
            </a:xfrm>
            <a:custGeom>
              <a:rect b="b" l="l" r="r" t="t"/>
              <a:pathLst>
                <a:path extrusionOk="0" h="7618" w="7618">
                  <a:moveTo>
                    <a:pt x="3817" y="1"/>
                  </a:moveTo>
                  <a:lnTo>
                    <a:pt x="1504" y="780"/>
                  </a:lnTo>
                  <a:lnTo>
                    <a:pt x="2263" y="3042"/>
                  </a:lnTo>
                  <a:lnTo>
                    <a:pt x="1" y="3801"/>
                  </a:lnTo>
                  <a:lnTo>
                    <a:pt x="780" y="6119"/>
                  </a:lnTo>
                  <a:lnTo>
                    <a:pt x="3042" y="5359"/>
                  </a:lnTo>
                  <a:lnTo>
                    <a:pt x="3801" y="7617"/>
                  </a:lnTo>
                  <a:lnTo>
                    <a:pt x="6118" y="6838"/>
                  </a:lnTo>
                  <a:lnTo>
                    <a:pt x="5359" y="4580"/>
                  </a:lnTo>
                  <a:lnTo>
                    <a:pt x="7617" y="3821"/>
                  </a:lnTo>
                  <a:lnTo>
                    <a:pt x="6838" y="1504"/>
                  </a:lnTo>
                  <a:lnTo>
                    <a:pt x="4580" y="2263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3" name="Google Shape;2013;p59"/>
          <p:cNvGrpSpPr/>
          <p:nvPr/>
        </p:nvGrpSpPr>
        <p:grpSpPr>
          <a:xfrm>
            <a:off x="9246593" y="4879724"/>
            <a:ext cx="780693" cy="1169580"/>
            <a:chOff x="2373016" y="4337619"/>
            <a:chExt cx="342394" cy="512951"/>
          </a:xfrm>
        </p:grpSpPr>
        <p:sp>
          <p:nvSpPr>
            <p:cNvPr id="2014" name="Google Shape;2014;p59"/>
            <p:cNvSpPr/>
            <p:nvPr/>
          </p:nvSpPr>
          <p:spPr>
            <a:xfrm>
              <a:off x="2523204" y="4453712"/>
              <a:ext cx="142508" cy="95395"/>
            </a:xfrm>
            <a:custGeom>
              <a:rect b="b" l="l" r="r" t="t"/>
              <a:pathLst>
                <a:path extrusionOk="0" h="3503" w="5233">
                  <a:moveTo>
                    <a:pt x="315" y="1"/>
                  </a:moveTo>
                  <a:lnTo>
                    <a:pt x="0" y="520"/>
                  </a:lnTo>
                  <a:lnTo>
                    <a:pt x="4918" y="3503"/>
                  </a:lnTo>
                  <a:lnTo>
                    <a:pt x="5232" y="2983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59"/>
            <p:cNvSpPr/>
            <p:nvPr/>
          </p:nvSpPr>
          <p:spPr>
            <a:xfrm>
              <a:off x="2407928" y="4480617"/>
              <a:ext cx="222435" cy="277172"/>
            </a:xfrm>
            <a:custGeom>
              <a:rect b="b" l="l" r="r" t="t"/>
              <a:pathLst>
                <a:path extrusionOk="0" h="10178" w="8168">
                  <a:moveTo>
                    <a:pt x="5008" y="1"/>
                  </a:moveTo>
                  <a:lnTo>
                    <a:pt x="1" y="8262"/>
                  </a:lnTo>
                  <a:lnTo>
                    <a:pt x="3160" y="10177"/>
                  </a:lnTo>
                  <a:lnTo>
                    <a:pt x="8167" y="1916"/>
                  </a:lnTo>
                  <a:lnTo>
                    <a:pt x="50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59"/>
            <p:cNvSpPr/>
            <p:nvPr/>
          </p:nvSpPr>
          <p:spPr>
            <a:xfrm>
              <a:off x="2373016" y="4727044"/>
              <a:ext cx="82950" cy="123527"/>
            </a:xfrm>
            <a:custGeom>
              <a:rect b="b" l="l" r="r" t="t"/>
              <a:pathLst>
                <a:path extrusionOk="0" h="4536" w="3046">
                  <a:moveTo>
                    <a:pt x="2577" y="0"/>
                  </a:moveTo>
                  <a:lnTo>
                    <a:pt x="0" y="4252"/>
                  </a:lnTo>
                  <a:lnTo>
                    <a:pt x="469" y="4536"/>
                  </a:lnTo>
                  <a:lnTo>
                    <a:pt x="3045" y="283"/>
                  </a:lnTo>
                  <a:lnTo>
                    <a:pt x="25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59"/>
            <p:cNvSpPr/>
            <p:nvPr/>
          </p:nvSpPr>
          <p:spPr>
            <a:xfrm>
              <a:off x="2402591" y="4717050"/>
              <a:ext cx="69742" cy="67618"/>
            </a:xfrm>
            <a:custGeom>
              <a:rect b="b" l="l" r="r" t="t"/>
              <a:pathLst>
                <a:path extrusionOk="0" h="2483" w="2561">
                  <a:moveTo>
                    <a:pt x="889" y="1"/>
                  </a:moveTo>
                  <a:lnTo>
                    <a:pt x="0" y="1472"/>
                  </a:lnTo>
                  <a:lnTo>
                    <a:pt x="1672" y="2483"/>
                  </a:lnTo>
                  <a:lnTo>
                    <a:pt x="2561" y="1012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59"/>
            <p:cNvSpPr/>
            <p:nvPr/>
          </p:nvSpPr>
          <p:spPr>
            <a:xfrm>
              <a:off x="2568518" y="4362238"/>
              <a:ext cx="116800" cy="146593"/>
            </a:xfrm>
            <a:custGeom>
              <a:rect b="b" l="l" r="r" t="t"/>
              <a:pathLst>
                <a:path extrusionOk="0" h="5383" w="4289">
                  <a:moveTo>
                    <a:pt x="3026" y="1"/>
                  </a:moveTo>
                  <a:lnTo>
                    <a:pt x="1" y="4179"/>
                  </a:lnTo>
                  <a:lnTo>
                    <a:pt x="992" y="4781"/>
                  </a:lnTo>
                  <a:lnTo>
                    <a:pt x="1983" y="5382"/>
                  </a:lnTo>
                  <a:lnTo>
                    <a:pt x="4289" y="768"/>
                  </a:lnTo>
                  <a:lnTo>
                    <a:pt x="3659" y="386"/>
                  </a:lnTo>
                  <a:lnTo>
                    <a:pt x="30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59"/>
            <p:cNvSpPr/>
            <p:nvPr/>
          </p:nvSpPr>
          <p:spPr>
            <a:xfrm>
              <a:off x="2629492" y="4337619"/>
              <a:ext cx="85919" cy="59476"/>
            </a:xfrm>
            <a:custGeom>
              <a:rect b="b" l="l" r="r" t="t"/>
              <a:pathLst>
                <a:path extrusionOk="0" h="2184" w="3155">
                  <a:moveTo>
                    <a:pt x="260" y="0"/>
                  </a:moveTo>
                  <a:lnTo>
                    <a:pt x="0" y="429"/>
                  </a:lnTo>
                  <a:lnTo>
                    <a:pt x="2895" y="2183"/>
                  </a:lnTo>
                  <a:lnTo>
                    <a:pt x="3154" y="1754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FAF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59"/>
            <p:cNvSpPr/>
            <p:nvPr/>
          </p:nvSpPr>
          <p:spPr>
            <a:xfrm>
              <a:off x="2446299" y="4526885"/>
              <a:ext cx="128483" cy="206913"/>
            </a:xfrm>
            <a:custGeom>
              <a:rect b="b" l="l" r="r" t="t"/>
              <a:pathLst>
                <a:path extrusionOk="0" h="7598" w="4718">
                  <a:moveTo>
                    <a:pt x="4593" y="1"/>
                  </a:moveTo>
                  <a:cubicBezTo>
                    <a:pt x="4557" y="1"/>
                    <a:pt x="4522" y="19"/>
                    <a:pt x="4505" y="52"/>
                  </a:cubicBezTo>
                  <a:lnTo>
                    <a:pt x="28" y="7432"/>
                  </a:lnTo>
                  <a:cubicBezTo>
                    <a:pt x="0" y="7483"/>
                    <a:pt x="15" y="7550"/>
                    <a:pt x="67" y="7581"/>
                  </a:cubicBezTo>
                  <a:cubicBezTo>
                    <a:pt x="82" y="7594"/>
                    <a:pt x="102" y="7597"/>
                    <a:pt x="122" y="7597"/>
                  </a:cubicBezTo>
                  <a:cubicBezTo>
                    <a:pt x="157" y="7597"/>
                    <a:pt x="193" y="7578"/>
                    <a:pt x="213" y="7546"/>
                  </a:cubicBezTo>
                  <a:lnTo>
                    <a:pt x="4685" y="166"/>
                  </a:lnTo>
                  <a:cubicBezTo>
                    <a:pt x="4717" y="115"/>
                    <a:pt x="4701" y="48"/>
                    <a:pt x="4650" y="17"/>
                  </a:cubicBezTo>
                  <a:cubicBezTo>
                    <a:pt x="4632" y="6"/>
                    <a:pt x="4612" y="1"/>
                    <a:pt x="45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59"/>
            <p:cNvSpPr/>
            <p:nvPr/>
          </p:nvSpPr>
          <p:spPr>
            <a:xfrm>
              <a:off x="2555665" y="4515529"/>
              <a:ext cx="36982" cy="24264"/>
            </a:xfrm>
            <a:custGeom>
              <a:rect b="b" l="l" r="r" t="t"/>
              <a:pathLst>
                <a:path extrusionOk="0" h="891" w="1358">
                  <a:moveTo>
                    <a:pt x="124" y="1"/>
                  </a:moveTo>
                  <a:cubicBezTo>
                    <a:pt x="88" y="1"/>
                    <a:pt x="53" y="19"/>
                    <a:pt x="32" y="53"/>
                  </a:cubicBezTo>
                  <a:cubicBezTo>
                    <a:pt x="1" y="104"/>
                    <a:pt x="17" y="171"/>
                    <a:pt x="68" y="202"/>
                  </a:cubicBezTo>
                  <a:lnTo>
                    <a:pt x="1181" y="875"/>
                  </a:lnTo>
                  <a:cubicBezTo>
                    <a:pt x="1201" y="886"/>
                    <a:pt x="1216" y="890"/>
                    <a:pt x="1235" y="890"/>
                  </a:cubicBezTo>
                  <a:cubicBezTo>
                    <a:pt x="1275" y="890"/>
                    <a:pt x="1310" y="875"/>
                    <a:pt x="1330" y="839"/>
                  </a:cubicBezTo>
                  <a:cubicBezTo>
                    <a:pt x="1357" y="788"/>
                    <a:pt x="1342" y="721"/>
                    <a:pt x="1291" y="694"/>
                  </a:cubicBezTo>
                  <a:lnTo>
                    <a:pt x="177" y="17"/>
                  </a:lnTo>
                  <a:cubicBezTo>
                    <a:pt x="161" y="6"/>
                    <a:pt x="142" y="1"/>
                    <a:pt x="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59"/>
            <p:cNvSpPr/>
            <p:nvPr/>
          </p:nvSpPr>
          <p:spPr>
            <a:xfrm>
              <a:off x="2540877" y="4539848"/>
              <a:ext cx="37118" cy="24264"/>
            </a:xfrm>
            <a:custGeom>
              <a:rect b="b" l="l" r="r" t="t"/>
              <a:pathLst>
                <a:path extrusionOk="0" h="891" w="1363">
                  <a:moveTo>
                    <a:pt x="124" y="1"/>
                  </a:moveTo>
                  <a:cubicBezTo>
                    <a:pt x="88" y="1"/>
                    <a:pt x="53" y="19"/>
                    <a:pt x="32" y="53"/>
                  </a:cubicBezTo>
                  <a:cubicBezTo>
                    <a:pt x="1" y="104"/>
                    <a:pt x="17" y="171"/>
                    <a:pt x="68" y="202"/>
                  </a:cubicBezTo>
                  <a:lnTo>
                    <a:pt x="1181" y="874"/>
                  </a:lnTo>
                  <a:cubicBezTo>
                    <a:pt x="1201" y="886"/>
                    <a:pt x="1221" y="890"/>
                    <a:pt x="1239" y="890"/>
                  </a:cubicBezTo>
                  <a:cubicBezTo>
                    <a:pt x="1275" y="890"/>
                    <a:pt x="1310" y="874"/>
                    <a:pt x="1330" y="839"/>
                  </a:cubicBezTo>
                  <a:cubicBezTo>
                    <a:pt x="1362" y="788"/>
                    <a:pt x="1346" y="725"/>
                    <a:pt x="1295" y="694"/>
                  </a:cubicBezTo>
                  <a:lnTo>
                    <a:pt x="182" y="17"/>
                  </a:lnTo>
                  <a:cubicBezTo>
                    <a:pt x="164" y="6"/>
                    <a:pt x="144" y="1"/>
                    <a:pt x="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59"/>
            <p:cNvSpPr/>
            <p:nvPr/>
          </p:nvSpPr>
          <p:spPr>
            <a:xfrm>
              <a:off x="2526199" y="4564194"/>
              <a:ext cx="37009" cy="24237"/>
            </a:xfrm>
            <a:custGeom>
              <a:rect b="b" l="l" r="r" t="t"/>
              <a:pathLst>
                <a:path extrusionOk="0" h="890" w="1359">
                  <a:moveTo>
                    <a:pt x="123" y="1"/>
                  </a:moveTo>
                  <a:cubicBezTo>
                    <a:pt x="86" y="1"/>
                    <a:pt x="49" y="20"/>
                    <a:pt x="28" y="51"/>
                  </a:cubicBezTo>
                  <a:cubicBezTo>
                    <a:pt x="1" y="103"/>
                    <a:pt x="17" y="169"/>
                    <a:pt x="68" y="201"/>
                  </a:cubicBezTo>
                  <a:lnTo>
                    <a:pt x="1181" y="877"/>
                  </a:lnTo>
                  <a:cubicBezTo>
                    <a:pt x="1197" y="886"/>
                    <a:pt x="1217" y="889"/>
                    <a:pt x="1236" y="889"/>
                  </a:cubicBezTo>
                  <a:cubicBezTo>
                    <a:pt x="1271" y="889"/>
                    <a:pt x="1306" y="873"/>
                    <a:pt x="1326" y="838"/>
                  </a:cubicBezTo>
                  <a:cubicBezTo>
                    <a:pt x="1358" y="787"/>
                    <a:pt x="1342" y="724"/>
                    <a:pt x="1291" y="693"/>
                  </a:cubicBezTo>
                  <a:lnTo>
                    <a:pt x="178" y="16"/>
                  </a:lnTo>
                  <a:cubicBezTo>
                    <a:pt x="161" y="6"/>
                    <a:pt x="142" y="1"/>
                    <a:pt x="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59"/>
            <p:cNvSpPr/>
            <p:nvPr/>
          </p:nvSpPr>
          <p:spPr>
            <a:xfrm>
              <a:off x="2511412" y="4588567"/>
              <a:ext cx="37009" cy="24291"/>
            </a:xfrm>
            <a:custGeom>
              <a:rect b="b" l="l" r="r" t="t"/>
              <a:pathLst>
                <a:path extrusionOk="0" h="892" w="1359">
                  <a:moveTo>
                    <a:pt x="127" y="1"/>
                  </a:moveTo>
                  <a:cubicBezTo>
                    <a:pt x="90" y="1"/>
                    <a:pt x="53" y="19"/>
                    <a:pt x="32" y="53"/>
                  </a:cubicBezTo>
                  <a:cubicBezTo>
                    <a:pt x="1" y="100"/>
                    <a:pt x="17" y="167"/>
                    <a:pt x="68" y="199"/>
                  </a:cubicBezTo>
                  <a:lnTo>
                    <a:pt x="1181" y="875"/>
                  </a:lnTo>
                  <a:cubicBezTo>
                    <a:pt x="1201" y="884"/>
                    <a:pt x="1217" y="891"/>
                    <a:pt x="1236" y="891"/>
                  </a:cubicBezTo>
                  <a:cubicBezTo>
                    <a:pt x="1275" y="891"/>
                    <a:pt x="1311" y="871"/>
                    <a:pt x="1330" y="836"/>
                  </a:cubicBezTo>
                  <a:cubicBezTo>
                    <a:pt x="1358" y="789"/>
                    <a:pt x="1342" y="722"/>
                    <a:pt x="1291" y="690"/>
                  </a:cubicBezTo>
                  <a:lnTo>
                    <a:pt x="178" y="14"/>
                  </a:lnTo>
                  <a:cubicBezTo>
                    <a:pt x="163" y="5"/>
                    <a:pt x="145" y="1"/>
                    <a:pt x="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59"/>
            <p:cNvSpPr/>
            <p:nvPr/>
          </p:nvSpPr>
          <p:spPr>
            <a:xfrm>
              <a:off x="2496625" y="4612885"/>
              <a:ext cx="37118" cy="24291"/>
            </a:xfrm>
            <a:custGeom>
              <a:rect b="b" l="l" r="r" t="t"/>
              <a:pathLst>
                <a:path extrusionOk="0" h="892" w="1363">
                  <a:moveTo>
                    <a:pt x="128" y="0"/>
                  </a:moveTo>
                  <a:cubicBezTo>
                    <a:pt x="91" y="0"/>
                    <a:pt x="53" y="19"/>
                    <a:pt x="32" y="53"/>
                  </a:cubicBezTo>
                  <a:cubicBezTo>
                    <a:pt x="1" y="100"/>
                    <a:pt x="21" y="167"/>
                    <a:pt x="68" y="198"/>
                  </a:cubicBezTo>
                  <a:lnTo>
                    <a:pt x="1181" y="875"/>
                  </a:lnTo>
                  <a:cubicBezTo>
                    <a:pt x="1201" y="883"/>
                    <a:pt x="1221" y="891"/>
                    <a:pt x="1240" y="891"/>
                  </a:cubicBezTo>
                  <a:cubicBezTo>
                    <a:pt x="1275" y="891"/>
                    <a:pt x="1311" y="872"/>
                    <a:pt x="1330" y="840"/>
                  </a:cubicBezTo>
                  <a:cubicBezTo>
                    <a:pt x="1362" y="788"/>
                    <a:pt x="1346" y="722"/>
                    <a:pt x="1295" y="690"/>
                  </a:cubicBezTo>
                  <a:lnTo>
                    <a:pt x="182" y="14"/>
                  </a:lnTo>
                  <a:cubicBezTo>
                    <a:pt x="165" y="5"/>
                    <a:pt x="147" y="0"/>
                    <a:pt x="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59"/>
            <p:cNvSpPr/>
            <p:nvPr/>
          </p:nvSpPr>
          <p:spPr>
            <a:xfrm>
              <a:off x="2481946" y="4637231"/>
              <a:ext cx="37009" cy="24264"/>
            </a:xfrm>
            <a:custGeom>
              <a:rect b="b" l="l" r="r" t="t"/>
              <a:pathLst>
                <a:path extrusionOk="0" h="891" w="1359">
                  <a:moveTo>
                    <a:pt x="121" y="1"/>
                  </a:moveTo>
                  <a:cubicBezTo>
                    <a:pt x="85" y="1"/>
                    <a:pt x="51" y="19"/>
                    <a:pt x="33" y="52"/>
                  </a:cubicBezTo>
                  <a:cubicBezTo>
                    <a:pt x="1" y="103"/>
                    <a:pt x="17" y="166"/>
                    <a:pt x="68" y="198"/>
                  </a:cubicBezTo>
                  <a:lnTo>
                    <a:pt x="1181" y="874"/>
                  </a:lnTo>
                  <a:cubicBezTo>
                    <a:pt x="1197" y="886"/>
                    <a:pt x="1217" y="891"/>
                    <a:pt x="1237" y="891"/>
                  </a:cubicBezTo>
                  <a:cubicBezTo>
                    <a:pt x="1272" y="891"/>
                    <a:pt x="1307" y="871"/>
                    <a:pt x="1326" y="839"/>
                  </a:cubicBezTo>
                  <a:cubicBezTo>
                    <a:pt x="1358" y="788"/>
                    <a:pt x="1342" y="721"/>
                    <a:pt x="1291" y="689"/>
                  </a:cubicBezTo>
                  <a:lnTo>
                    <a:pt x="178" y="17"/>
                  </a:lnTo>
                  <a:cubicBezTo>
                    <a:pt x="160" y="6"/>
                    <a:pt x="141" y="1"/>
                    <a:pt x="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59"/>
            <p:cNvSpPr/>
            <p:nvPr/>
          </p:nvSpPr>
          <p:spPr>
            <a:xfrm>
              <a:off x="2467159" y="4661550"/>
              <a:ext cx="37009" cy="24237"/>
            </a:xfrm>
            <a:custGeom>
              <a:rect b="b" l="l" r="r" t="t"/>
              <a:pathLst>
                <a:path extrusionOk="0" h="890" w="1359">
                  <a:moveTo>
                    <a:pt x="125" y="1"/>
                  </a:moveTo>
                  <a:cubicBezTo>
                    <a:pt x="89" y="1"/>
                    <a:pt x="53" y="19"/>
                    <a:pt x="33" y="52"/>
                  </a:cubicBezTo>
                  <a:cubicBezTo>
                    <a:pt x="1" y="103"/>
                    <a:pt x="17" y="170"/>
                    <a:pt x="68" y="198"/>
                  </a:cubicBezTo>
                  <a:lnTo>
                    <a:pt x="1181" y="875"/>
                  </a:lnTo>
                  <a:cubicBezTo>
                    <a:pt x="1201" y="886"/>
                    <a:pt x="1217" y="890"/>
                    <a:pt x="1237" y="890"/>
                  </a:cubicBezTo>
                  <a:cubicBezTo>
                    <a:pt x="1275" y="890"/>
                    <a:pt x="1311" y="871"/>
                    <a:pt x="1331" y="839"/>
                  </a:cubicBezTo>
                  <a:cubicBezTo>
                    <a:pt x="1359" y="788"/>
                    <a:pt x="1342" y="721"/>
                    <a:pt x="1292" y="690"/>
                  </a:cubicBezTo>
                  <a:lnTo>
                    <a:pt x="178" y="16"/>
                  </a:lnTo>
                  <a:cubicBezTo>
                    <a:pt x="162" y="6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59"/>
            <p:cNvSpPr/>
            <p:nvPr/>
          </p:nvSpPr>
          <p:spPr>
            <a:xfrm>
              <a:off x="2452399" y="4685869"/>
              <a:ext cx="37091" cy="24237"/>
            </a:xfrm>
            <a:custGeom>
              <a:rect b="b" l="l" r="r" t="t"/>
              <a:pathLst>
                <a:path extrusionOk="0" h="890" w="1362">
                  <a:moveTo>
                    <a:pt x="125" y="1"/>
                  </a:moveTo>
                  <a:cubicBezTo>
                    <a:pt x="88" y="1"/>
                    <a:pt x="52" y="19"/>
                    <a:pt x="32" y="52"/>
                  </a:cubicBezTo>
                  <a:cubicBezTo>
                    <a:pt x="0" y="103"/>
                    <a:pt x="20" y="170"/>
                    <a:pt x="67" y="202"/>
                  </a:cubicBezTo>
                  <a:lnTo>
                    <a:pt x="1184" y="875"/>
                  </a:lnTo>
                  <a:cubicBezTo>
                    <a:pt x="1200" y="886"/>
                    <a:pt x="1220" y="890"/>
                    <a:pt x="1240" y="890"/>
                  </a:cubicBezTo>
                  <a:cubicBezTo>
                    <a:pt x="1275" y="890"/>
                    <a:pt x="1310" y="870"/>
                    <a:pt x="1330" y="839"/>
                  </a:cubicBezTo>
                  <a:cubicBezTo>
                    <a:pt x="1361" y="788"/>
                    <a:pt x="1345" y="721"/>
                    <a:pt x="1294" y="690"/>
                  </a:cubicBezTo>
                  <a:lnTo>
                    <a:pt x="181" y="17"/>
                  </a:lnTo>
                  <a:cubicBezTo>
                    <a:pt x="164" y="6"/>
                    <a:pt x="14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9" name="Google Shape;2029;p59"/>
          <p:cNvGrpSpPr/>
          <p:nvPr/>
        </p:nvGrpSpPr>
        <p:grpSpPr>
          <a:xfrm>
            <a:off x="8681601" y="4684119"/>
            <a:ext cx="251514" cy="251514"/>
            <a:chOff x="2840734" y="5254864"/>
            <a:chExt cx="180633" cy="180633"/>
          </a:xfrm>
        </p:grpSpPr>
        <p:sp>
          <p:nvSpPr>
            <p:cNvPr id="2030" name="Google Shape;2030;p59"/>
            <p:cNvSpPr/>
            <p:nvPr/>
          </p:nvSpPr>
          <p:spPr>
            <a:xfrm>
              <a:off x="2840734" y="5254864"/>
              <a:ext cx="180633" cy="180633"/>
            </a:xfrm>
            <a:custGeom>
              <a:rect b="b" l="l" r="r" t="t"/>
              <a:pathLst>
                <a:path extrusionOk="0" h="6633" w="6633">
                  <a:moveTo>
                    <a:pt x="3317" y="0"/>
                  </a:moveTo>
                  <a:cubicBezTo>
                    <a:pt x="2609" y="0"/>
                    <a:pt x="1952" y="220"/>
                    <a:pt x="1413" y="602"/>
                  </a:cubicBezTo>
                  <a:cubicBezTo>
                    <a:pt x="1098" y="822"/>
                    <a:pt x="822" y="1097"/>
                    <a:pt x="602" y="1413"/>
                  </a:cubicBezTo>
                  <a:cubicBezTo>
                    <a:pt x="221" y="1951"/>
                    <a:pt x="0" y="2608"/>
                    <a:pt x="0" y="3316"/>
                  </a:cubicBezTo>
                  <a:cubicBezTo>
                    <a:pt x="0" y="5146"/>
                    <a:pt x="1483" y="6633"/>
                    <a:pt x="3317" y="6633"/>
                  </a:cubicBezTo>
                  <a:cubicBezTo>
                    <a:pt x="4025" y="6633"/>
                    <a:pt x="4682" y="6412"/>
                    <a:pt x="5221" y="6030"/>
                  </a:cubicBezTo>
                  <a:cubicBezTo>
                    <a:pt x="5536" y="5810"/>
                    <a:pt x="5811" y="5535"/>
                    <a:pt x="6031" y="5220"/>
                  </a:cubicBezTo>
                  <a:cubicBezTo>
                    <a:pt x="6409" y="4681"/>
                    <a:pt x="6633" y="4024"/>
                    <a:pt x="6633" y="3316"/>
                  </a:cubicBezTo>
                  <a:cubicBezTo>
                    <a:pt x="6633" y="1483"/>
                    <a:pt x="5150" y="0"/>
                    <a:pt x="33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59"/>
            <p:cNvSpPr/>
            <p:nvPr/>
          </p:nvSpPr>
          <p:spPr>
            <a:xfrm>
              <a:off x="2857128" y="5271231"/>
              <a:ext cx="147872" cy="147872"/>
            </a:xfrm>
            <a:custGeom>
              <a:rect b="b" l="l" r="r" t="t"/>
              <a:pathLst>
                <a:path extrusionOk="0" h="5430" w="5430">
                  <a:moveTo>
                    <a:pt x="811" y="1"/>
                  </a:moveTo>
                  <a:cubicBezTo>
                    <a:pt x="496" y="221"/>
                    <a:pt x="220" y="496"/>
                    <a:pt x="0" y="812"/>
                  </a:cubicBezTo>
                  <a:lnTo>
                    <a:pt x="4619" y="5429"/>
                  </a:lnTo>
                  <a:cubicBezTo>
                    <a:pt x="4934" y="5209"/>
                    <a:pt x="5209" y="4934"/>
                    <a:pt x="5429" y="4619"/>
                  </a:cubicBezTo>
                  <a:lnTo>
                    <a:pt x="8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2" name="Google Shape;2032;p59"/>
          <p:cNvGrpSpPr/>
          <p:nvPr/>
        </p:nvGrpSpPr>
        <p:grpSpPr>
          <a:xfrm>
            <a:off x="8464308" y="5343491"/>
            <a:ext cx="426773" cy="421351"/>
            <a:chOff x="2552261" y="4842946"/>
            <a:chExt cx="306502" cy="302608"/>
          </a:xfrm>
        </p:grpSpPr>
        <p:sp>
          <p:nvSpPr>
            <p:cNvPr id="2033" name="Google Shape;2033;p59"/>
            <p:cNvSpPr/>
            <p:nvPr/>
          </p:nvSpPr>
          <p:spPr>
            <a:xfrm>
              <a:off x="2552261" y="4842946"/>
              <a:ext cx="306502" cy="302608"/>
            </a:xfrm>
            <a:custGeom>
              <a:rect b="b" l="l" r="r" t="t"/>
              <a:pathLst>
                <a:path extrusionOk="0" h="11112" w="11255">
                  <a:moveTo>
                    <a:pt x="3524" y="0"/>
                  </a:moveTo>
                  <a:cubicBezTo>
                    <a:pt x="2785" y="0"/>
                    <a:pt x="2041" y="260"/>
                    <a:pt x="1440" y="783"/>
                  </a:cubicBezTo>
                  <a:cubicBezTo>
                    <a:pt x="129" y="1936"/>
                    <a:pt x="0" y="3930"/>
                    <a:pt x="1148" y="5244"/>
                  </a:cubicBezTo>
                  <a:lnTo>
                    <a:pt x="3312" y="7711"/>
                  </a:lnTo>
                  <a:lnTo>
                    <a:pt x="5349" y="10035"/>
                  </a:lnTo>
                  <a:cubicBezTo>
                    <a:pt x="5974" y="10748"/>
                    <a:pt x="6848" y="11111"/>
                    <a:pt x="7726" y="11111"/>
                  </a:cubicBezTo>
                  <a:cubicBezTo>
                    <a:pt x="8467" y="11111"/>
                    <a:pt x="9211" y="10852"/>
                    <a:pt x="9810" y="10326"/>
                  </a:cubicBezTo>
                  <a:cubicBezTo>
                    <a:pt x="11125" y="9178"/>
                    <a:pt x="11254" y="7179"/>
                    <a:pt x="10102" y="5865"/>
                  </a:cubicBezTo>
                  <a:lnTo>
                    <a:pt x="8044" y="3517"/>
                  </a:lnTo>
                  <a:lnTo>
                    <a:pt x="5901" y="1074"/>
                  </a:lnTo>
                  <a:cubicBezTo>
                    <a:pt x="5279" y="362"/>
                    <a:pt x="4402" y="0"/>
                    <a:pt x="3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59"/>
            <p:cNvSpPr/>
            <p:nvPr/>
          </p:nvSpPr>
          <p:spPr>
            <a:xfrm>
              <a:off x="2552261" y="4842946"/>
              <a:ext cx="219058" cy="209990"/>
            </a:xfrm>
            <a:custGeom>
              <a:rect b="b" l="l" r="r" t="t"/>
              <a:pathLst>
                <a:path extrusionOk="0" h="7711" w="8044">
                  <a:moveTo>
                    <a:pt x="3524" y="0"/>
                  </a:moveTo>
                  <a:cubicBezTo>
                    <a:pt x="2785" y="0"/>
                    <a:pt x="2041" y="260"/>
                    <a:pt x="1440" y="783"/>
                  </a:cubicBezTo>
                  <a:cubicBezTo>
                    <a:pt x="129" y="1936"/>
                    <a:pt x="0" y="3930"/>
                    <a:pt x="1148" y="5244"/>
                  </a:cubicBezTo>
                  <a:lnTo>
                    <a:pt x="3312" y="7711"/>
                  </a:lnTo>
                  <a:lnTo>
                    <a:pt x="8044" y="3517"/>
                  </a:lnTo>
                  <a:lnTo>
                    <a:pt x="5901" y="1074"/>
                  </a:lnTo>
                  <a:cubicBezTo>
                    <a:pt x="5279" y="362"/>
                    <a:pt x="4402" y="0"/>
                    <a:pt x="35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5" name="Google Shape;2035;p59"/>
          <p:cNvSpPr txBox="1"/>
          <p:nvPr/>
        </p:nvSpPr>
        <p:spPr>
          <a:xfrm>
            <a:off x="2908575" y="5175275"/>
            <a:ext cx="53076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6" name="Google Shape;2036;p59"/>
          <p:cNvSpPr txBox="1"/>
          <p:nvPr/>
        </p:nvSpPr>
        <p:spPr>
          <a:xfrm>
            <a:off x="2801175" y="5433950"/>
            <a:ext cx="53076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7" name="Google Shape;2037;p59"/>
          <p:cNvSpPr txBox="1"/>
          <p:nvPr/>
        </p:nvSpPr>
        <p:spPr>
          <a:xfrm>
            <a:off x="2953575" y="5586350"/>
            <a:ext cx="53076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8" name="Google Shape;2038;p59"/>
          <p:cNvSpPr txBox="1"/>
          <p:nvPr/>
        </p:nvSpPr>
        <p:spPr>
          <a:xfrm rot="446630">
            <a:off x="3398688" y="5946628"/>
            <a:ext cx="4112559" cy="40027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9" name="Google Shape;2039;p59"/>
          <p:cNvSpPr txBox="1"/>
          <p:nvPr/>
        </p:nvSpPr>
        <p:spPr>
          <a:xfrm rot="-1544">
            <a:off x="3937275" y="5946687"/>
            <a:ext cx="33402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ncer Treatment Information Brochure by Slidesgo">
  <a:themeElements>
    <a:clrScheme name="Simple Light">
      <a:dk1>
        <a:srgbClr val="000000"/>
      </a:dk1>
      <a:lt1>
        <a:srgbClr val="FFFFFF"/>
      </a:lt1>
      <a:dk2>
        <a:srgbClr val="F1FCFF"/>
      </a:dk2>
      <a:lt2>
        <a:srgbClr val="CAECFF"/>
      </a:lt2>
      <a:accent1>
        <a:srgbClr val="054586"/>
      </a:accent1>
      <a:accent2>
        <a:srgbClr val="95CCF8"/>
      </a:accent2>
      <a:accent3>
        <a:srgbClr val="92DFDC"/>
      </a:accent3>
      <a:accent4>
        <a:srgbClr val="D66C68"/>
      </a:accent4>
      <a:accent5>
        <a:srgbClr val="FF854F"/>
      </a:accent5>
      <a:accent6>
        <a:srgbClr val="FFAF3F"/>
      </a:accent6>
      <a:hlink>
        <a:srgbClr val="0545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